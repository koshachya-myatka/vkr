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256" r:id="rId3"/>
    <p:sldId id="268" r:id="rId4"/>
    <p:sldId id="279" r:id="rId5"/>
    <p:sldId id="280" r:id="rId6"/>
    <p:sldId id="267" r:id="rId7"/>
    <p:sldId id="269" r:id="rId8"/>
    <p:sldId id="292" r:id="rId9"/>
    <p:sldId id="293" r:id="rId10"/>
    <p:sldId id="291" r:id="rId11"/>
    <p:sldId id="281" r:id="rId12"/>
    <p:sldId id="286" r:id="rId13"/>
    <p:sldId id="294" r:id="rId14"/>
    <p:sldId id="25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A815BB-FBDA-4D3B-AD80-2E5B3B99086E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DA917CD9-02F1-477D-B2E9-CDF0C662B495}">
      <dgm:prSet custT="1"/>
      <dgm:spPr/>
      <dgm:t>
        <a:bodyPr/>
        <a:lstStyle/>
        <a:p>
          <a:r>
            <a:rPr lang="ru-RU" sz="2000" dirty="0"/>
            <a:t>Проанализировать предметную область</a:t>
          </a:r>
        </a:p>
      </dgm:t>
    </dgm:pt>
    <dgm:pt modelId="{8C4864E6-A74E-4C13-A43D-7221356F5A72}" type="parTrans" cxnId="{F45A1206-2E76-406A-AA75-8CD9B85EEC13}">
      <dgm:prSet/>
      <dgm:spPr/>
      <dgm:t>
        <a:bodyPr/>
        <a:lstStyle/>
        <a:p>
          <a:endParaRPr lang="ru-RU"/>
        </a:p>
      </dgm:t>
    </dgm:pt>
    <dgm:pt modelId="{E44D29DA-1EE1-417E-9162-2FF4A9A8AC2B}" type="sibTrans" cxnId="{F45A1206-2E76-406A-AA75-8CD9B85EEC13}">
      <dgm:prSet custT="1"/>
      <dgm:spPr/>
      <dgm:t>
        <a:bodyPr/>
        <a:lstStyle/>
        <a:p>
          <a:endParaRPr lang="ru-RU" sz="1400"/>
        </a:p>
      </dgm:t>
    </dgm:pt>
    <dgm:pt modelId="{0B7D3728-01E8-4FB7-98DD-6D8A59D056D7}">
      <dgm:prSet custT="1"/>
      <dgm:spPr/>
      <dgm:t>
        <a:bodyPr/>
        <a:lstStyle/>
        <a:p>
          <a:r>
            <a:rPr lang="ru-RU" sz="2000" dirty="0"/>
            <a:t>Провести сравнительный анализ аналогов</a:t>
          </a:r>
        </a:p>
      </dgm:t>
    </dgm:pt>
    <dgm:pt modelId="{66EF13C1-4FD6-4043-B102-CD92AE8F7084}" type="parTrans" cxnId="{0672CA2E-9A11-4614-A0C7-C34852D9AC46}">
      <dgm:prSet/>
      <dgm:spPr/>
      <dgm:t>
        <a:bodyPr/>
        <a:lstStyle/>
        <a:p>
          <a:endParaRPr lang="ru-RU"/>
        </a:p>
      </dgm:t>
    </dgm:pt>
    <dgm:pt modelId="{C60DFCC1-8181-43FD-A3CF-EE9A0C94284E}" type="sibTrans" cxnId="{0672CA2E-9A11-4614-A0C7-C34852D9AC46}">
      <dgm:prSet custT="1"/>
      <dgm:spPr/>
      <dgm:t>
        <a:bodyPr/>
        <a:lstStyle/>
        <a:p>
          <a:endParaRPr lang="ru-RU" sz="1400"/>
        </a:p>
      </dgm:t>
    </dgm:pt>
    <dgm:pt modelId="{346B0B5E-50E0-4C90-A71A-F3BF3709046E}">
      <dgm:prSet custT="1"/>
      <dgm:spPr/>
      <dgm:t>
        <a:bodyPr/>
        <a:lstStyle/>
        <a:p>
          <a:r>
            <a:rPr lang="ru-RU" sz="2000" dirty="0"/>
            <a:t>Разработать модель и хранилище</a:t>
          </a:r>
          <a:r>
            <a:rPr lang="en-US" sz="2000" dirty="0"/>
            <a:t> </a:t>
          </a:r>
          <a:r>
            <a:rPr lang="ru-RU" sz="2000" dirty="0"/>
            <a:t>данных</a:t>
          </a:r>
        </a:p>
      </dgm:t>
    </dgm:pt>
    <dgm:pt modelId="{8A7B160C-15B7-4BF0-85BA-2FA1B89A0281}" type="parTrans" cxnId="{771F647D-1C72-447F-8F56-18E5EE2606E7}">
      <dgm:prSet/>
      <dgm:spPr/>
      <dgm:t>
        <a:bodyPr/>
        <a:lstStyle/>
        <a:p>
          <a:endParaRPr lang="ru-RU"/>
        </a:p>
      </dgm:t>
    </dgm:pt>
    <dgm:pt modelId="{E2AF6421-7760-45CB-B3E1-3CF7C16D72E0}" type="sibTrans" cxnId="{771F647D-1C72-447F-8F56-18E5EE2606E7}">
      <dgm:prSet custT="1"/>
      <dgm:spPr/>
      <dgm:t>
        <a:bodyPr/>
        <a:lstStyle/>
        <a:p>
          <a:endParaRPr lang="ru-RU" sz="1400"/>
        </a:p>
      </dgm:t>
    </dgm:pt>
    <dgm:pt modelId="{C7F6CF83-957E-49E6-9FB9-544D9F3D07D6}">
      <dgm:prSet custT="1"/>
      <dgm:spPr/>
      <dgm:t>
        <a:bodyPr/>
        <a:lstStyle/>
        <a:p>
          <a:r>
            <a:rPr lang="ru-RU" sz="2000" dirty="0"/>
            <a:t>Реализовать серверную часть системы</a:t>
          </a:r>
        </a:p>
      </dgm:t>
    </dgm:pt>
    <dgm:pt modelId="{46CE1658-701C-44D5-88D4-D7B64C436DB5}" type="parTrans" cxnId="{5AE6F89B-14FD-42CA-97E3-4160A8744FD6}">
      <dgm:prSet/>
      <dgm:spPr/>
      <dgm:t>
        <a:bodyPr/>
        <a:lstStyle/>
        <a:p>
          <a:endParaRPr lang="ru-RU"/>
        </a:p>
      </dgm:t>
    </dgm:pt>
    <dgm:pt modelId="{F17182CC-E71F-4794-8F37-7D1A2F01284F}" type="sibTrans" cxnId="{5AE6F89B-14FD-42CA-97E3-4160A8744FD6}">
      <dgm:prSet custT="1"/>
      <dgm:spPr/>
      <dgm:t>
        <a:bodyPr/>
        <a:lstStyle/>
        <a:p>
          <a:endParaRPr lang="ru-RU" sz="1400"/>
        </a:p>
      </dgm:t>
    </dgm:pt>
    <dgm:pt modelId="{73E299CC-99E5-4E0F-9A17-3CED8AB9E063}">
      <dgm:prSet custT="1"/>
      <dgm:spPr/>
      <dgm:t>
        <a:bodyPr/>
        <a:lstStyle/>
        <a:p>
          <a:r>
            <a:rPr lang="ru-RU" sz="2000" dirty="0"/>
            <a:t>Реализовать клиентскую часть системы</a:t>
          </a:r>
        </a:p>
      </dgm:t>
    </dgm:pt>
    <dgm:pt modelId="{E267F0FB-D53E-41A3-80CA-2F4DCB70D664}" type="parTrans" cxnId="{E0B29115-7822-40C7-8DE8-D9F211894232}">
      <dgm:prSet/>
      <dgm:spPr/>
      <dgm:t>
        <a:bodyPr/>
        <a:lstStyle/>
        <a:p>
          <a:endParaRPr lang="ru-RU"/>
        </a:p>
      </dgm:t>
    </dgm:pt>
    <dgm:pt modelId="{AA1F1BDE-1961-4891-93E0-8822B53F44FA}" type="sibTrans" cxnId="{E0B29115-7822-40C7-8DE8-D9F211894232}">
      <dgm:prSet/>
      <dgm:spPr/>
      <dgm:t>
        <a:bodyPr/>
        <a:lstStyle/>
        <a:p>
          <a:endParaRPr lang="ru-RU"/>
        </a:p>
      </dgm:t>
    </dgm:pt>
    <dgm:pt modelId="{9591DBB7-341F-48CF-B0A6-85E76EECA625}">
      <dgm:prSet custT="1"/>
      <dgm:spPr/>
      <dgm:t>
        <a:bodyPr/>
        <a:lstStyle/>
        <a:p>
          <a:r>
            <a:rPr lang="ru-RU" sz="2000" dirty="0"/>
            <a:t>Разработать требования к проектируемой системе</a:t>
          </a:r>
        </a:p>
      </dgm:t>
    </dgm:pt>
    <dgm:pt modelId="{CB212396-CE5A-4140-8D23-16C1832D3489}" type="parTrans" cxnId="{23074C35-63EB-4462-83AA-E5CDD28C72F3}">
      <dgm:prSet/>
      <dgm:spPr/>
      <dgm:t>
        <a:bodyPr/>
        <a:lstStyle/>
        <a:p>
          <a:endParaRPr lang="ru-RU"/>
        </a:p>
      </dgm:t>
    </dgm:pt>
    <dgm:pt modelId="{2062A32C-7C84-48E2-820F-D1A9263BCBD2}" type="sibTrans" cxnId="{23074C35-63EB-4462-83AA-E5CDD28C72F3}">
      <dgm:prSet custT="1"/>
      <dgm:spPr/>
      <dgm:t>
        <a:bodyPr/>
        <a:lstStyle/>
        <a:p>
          <a:endParaRPr lang="ru-RU" sz="1400"/>
        </a:p>
      </dgm:t>
    </dgm:pt>
    <dgm:pt modelId="{2617CFE6-0E73-4E85-B1ED-C7CCFF45ACA1}" type="pres">
      <dgm:prSet presAssocID="{93A815BB-FBDA-4D3B-AD80-2E5B3B99086E}" presName="diagram" presStyleCnt="0">
        <dgm:presLayoutVars>
          <dgm:dir/>
          <dgm:resizeHandles val="exact"/>
        </dgm:presLayoutVars>
      </dgm:prSet>
      <dgm:spPr/>
    </dgm:pt>
    <dgm:pt modelId="{652E9560-0117-4043-974B-C9F69C426233}" type="pres">
      <dgm:prSet presAssocID="{DA917CD9-02F1-477D-B2E9-CDF0C662B495}" presName="node" presStyleLbl="node1" presStyleIdx="0" presStyleCnt="6" custScaleX="237224">
        <dgm:presLayoutVars>
          <dgm:bulletEnabled val="1"/>
        </dgm:presLayoutVars>
      </dgm:prSet>
      <dgm:spPr/>
    </dgm:pt>
    <dgm:pt modelId="{2BD29B13-C108-421F-AFBC-4A130F02D553}" type="pres">
      <dgm:prSet presAssocID="{E44D29DA-1EE1-417E-9162-2FF4A9A8AC2B}" presName="sibTrans" presStyleLbl="sibTrans2D1" presStyleIdx="0" presStyleCnt="5"/>
      <dgm:spPr/>
    </dgm:pt>
    <dgm:pt modelId="{7BC504D7-1D82-484C-AB6D-AB84F6B062DB}" type="pres">
      <dgm:prSet presAssocID="{E44D29DA-1EE1-417E-9162-2FF4A9A8AC2B}" presName="connectorText" presStyleLbl="sibTrans2D1" presStyleIdx="0" presStyleCnt="5"/>
      <dgm:spPr/>
    </dgm:pt>
    <dgm:pt modelId="{8A10F62B-6276-445F-A6DB-4BEC776E9A9E}" type="pres">
      <dgm:prSet presAssocID="{0B7D3728-01E8-4FB7-98DD-6D8A59D056D7}" presName="node" presStyleLbl="node1" presStyleIdx="1" presStyleCnt="6" custScaleX="237224">
        <dgm:presLayoutVars>
          <dgm:bulletEnabled val="1"/>
        </dgm:presLayoutVars>
      </dgm:prSet>
      <dgm:spPr/>
    </dgm:pt>
    <dgm:pt modelId="{C013587D-532B-4EE8-8F0B-8DDA12E879DC}" type="pres">
      <dgm:prSet presAssocID="{C60DFCC1-8181-43FD-A3CF-EE9A0C94284E}" presName="sibTrans" presStyleLbl="sibTrans2D1" presStyleIdx="1" presStyleCnt="5"/>
      <dgm:spPr/>
    </dgm:pt>
    <dgm:pt modelId="{754443F6-3B7E-4616-A0ED-12FC18BBCB2B}" type="pres">
      <dgm:prSet presAssocID="{C60DFCC1-8181-43FD-A3CF-EE9A0C94284E}" presName="connectorText" presStyleLbl="sibTrans2D1" presStyleIdx="1" presStyleCnt="5"/>
      <dgm:spPr/>
    </dgm:pt>
    <dgm:pt modelId="{9BE2BF78-BECE-408F-84D4-58A336A16375}" type="pres">
      <dgm:prSet presAssocID="{9591DBB7-341F-48CF-B0A6-85E76EECA625}" presName="node" presStyleLbl="node1" presStyleIdx="2" presStyleCnt="6" custScaleX="237224">
        <dgm:presLayoutVars>
          <dgm:bulletEnabled val="1"/>
        </dgm:presLayoutVars>
      </dgm:prSet>
      <dgm:spPr/>
    </dgm:pt>
    <dgm:pt modelId="{76607EAA-CDE9-41BF-893F-B6AB1281C07E}" type="pres">
      <dgm:prSet presAssocID="{2062A32C-7C84-48E2-820F-D1A9263BCBD2}" presName="sibTrans" presStyleLbl="sibTrans2D1" presStyleIdx="2" presStyleCnt="5"/>
      <dgm:spPr/>
    </dgm:pt>
    <dgm:pt modelId="{5CA109D5-DB77-42AF-8273-6E2F85A86EA3}" type="pres">
      <dgm:prSet presAssocID="{2062A32C-7C84-48E2-820F-D1A9263BCBD2}" presName="connectorText" presStyleLbl="sibTrans2D1" presStyleIdx="2" presStyleCnt="5"/>
      <dgm:spPr/>
    </dgm:pt>
    <dgm:pt modelId="{3E5E2562-CE40-4B2C-BB79-969ADBDFBAF8}" type="pres">
      <dgm:prSet presAssocID="{346B0B5E-50E0-4C90-A71A-F3BF3709046E}" presName="node" presStyleLbl="node1" presStyleIdx="3" presStyleCnt="6" custScaleX="237224">
        <dgm:presLayoutVars>
          <dgm:bulletEnabled val="1"/>
        </dgm:presLayoutVars>
      </dgm:prSet>
      <dgm:spPr/>
    </dgm:pt>
    <dgm:pt modelId="{0C108A3F-843D-4D1B-9BA6-D31ED971F87C}" type="pres">
      <dgm:prSet presAssocID="{E2AF6421-7760-45CB-B3E1-3CF7C16D72E0}" presName="sibTrans" presStyleLbl="sibTrans2D1" presStyleIdx="3" presStyleCnt="5"/>
      <dgm:spPr/>
    </dgm:pt>
    <dgm:pt modelId="{5D029A51-DAD4-4A44-9A90-3C5AF38816A3}" type="pres">
      <dgm:prSet presAssocID="{E2AF6421-7760-45CB-B3E1-3CF7C16D72E0}" presName="connectorText" presStyleLbl="sibTrans2D1" presStyleIdx="3" presStyleCnt="5"/>
      <dgm:spPr/>
    </dgm:pt>
    <dgm:pt modelId="{316F8855-8484-4C8F-AEE5-4DFF77993B10}" type="pres">
      <dgm:prSet presAssocID="{C7F6CF83-957E-49E6-9FB9-544D9F3D07D6}" presName="node" presStyleLbl="node1" presStyleIdx="4" presStyleCnt="6" custScaleX="237224">
        <dgm:presLayoutVars>
          <dgm:bulletEnabled val="1"/>
        </dgm:presLayoutVars>
      </dgm:prSet>
      <dgm:spPr/>
    </dgm:pt>
    <dgm:pt modelId="{E7788809-BE23-495F-B211-3363A58B4D01}" type="pres">
      <dgm:prSet presAssocID="{F17182CC-E71F-4794-8F37-7D1A2F01284F}" presName="sibTrans" presStyleLbl="sibTrans2D1" presStyleIdx="4" presStyleCnt="5"/>
      <dgm:spPr/>
    </dgm:pt>
    <dgm:pt modelId="{90645371-B57A-4177-AF99-0038F5D6B4E4}" type="pres">
      <dgm:prSet presAssocID="{F17182CC-E71F-4794-8F37-7D1A2F01284F}" presName="connectorText" presStyleLbl="sibTrans2D1" presStyleIdx="4" presStyleCnt="5"/>
      <dgm:spPr/>
    </dgm:pt>
    <dgm:pt modelId="{2344379F-636E-45BB-81B1-FB76B718FC22}" type="pres">
      <dgm:prSet presAssocID="{73E299CC-99E5-4E0F-9A17-3CED8AB9E063}" presName="node" presStyleLbl="node1" presStyleIdx="5" presStyleCnt="6" custScaleX="237224">
        <dgm:presLayoutVars>
          <dgm:bulletEnabled val="1"/>
        </dgm:presLayoutVars>
      </dgm:prSet>
      <dgm:spPr/>
    </dgm:pt>
  </dgm:ptLst>
  <dgm:cxnLst>
    <dgm:cxn modelId="{280AB805-3D57-47D8-8271-8BCDC95078EA}" type="presOf" srcId="{9591DBB7-341F-48CF-B0A6-85E76EECA625}" destId="{9BE2BF78-BECE-408F-84D4-58A336A16375}" srcOrd="0" destOrd="0" presId="urn:microsoft.com/office/officeart/2005/8/layout/process5"/>
    <dgm:cxn modelId="{F45A1206-2E76-406A-AA75-8CD9B85EEC13}" srcId="{93A815BB-FBDA-4D3B-AD80-2E5B3B99086E}" destId="{DA917CD9-02F1-477D-B2E9-CDF0C662B495}" srcOrd="0" destOrd="0" parTransId="{8C4864E6-A74E-4C13-A43D-7221356F5A72}" sibTransId="{E44D29DA-1EE1-417E-9162-2FF4A9A8AC2B}"/>
    <dgm:cxn modelId="{E0B29115-7822-40C7-8DE8-D9F211894232}" srcId="{93A815BB-FBDA-4D3B-AD80-2E5B3B99086E}" destId="{73E299CC-99E5-4E0F-9A17-3CED8AB9E063}" srcOrd="5" destOrd="0" parTransId="{E267F0FB-D53E-41A3-80CA-2F4DCB70D664}" sibTransId="{AA1F1BDE-1961-4891-93E0-8822B53F44FA}"/>
    <dgm:cxn modelId="{FC4B8818-B409-4E64-821D-6E61E62653DA}" type="presOf" srcId="{C60DFCC1-8181-43FD-A3CF-EE9A0C94284E}" destId="{C013587D-532B-4EE8-8F0B-8DDA12E879DC}" srcOrd="0" destOrd="0" presId="urn:microsoft.com/office/officeart/2005/8/layout/process5"/>
    <dgm:cxn modelId="{D4ED0A1A-0775-4810-80CC-928E7EA6EAC0}" type="presOf" srcId="{E44D29DA-1EE1-417E-9162-2FF4A9A8AC2B}" destId="{2BD29B13-C108-421F-AFBC-4A130F02D553}" srcOrd="0" destOrd="0" presId="urn:microsoft.com/office/officeart/2005/8/layout/process5"/>
    <dgm:cxn modelId="{0672CA2E-9A11-4614-A0C7-C34852D9AC46}" srcId="{93A815BB-FBDA-4D3B-AD80-2E5B3B99086E}" destId="{0B7D3728-01E8-4FB7-98DD-6D8A59D056D7}" srcOrd="1" destOrd="0" parTransId="{66EF13C1-4FD6-4043-B102-CD92AE8F7084}" sibTransId="{C60DFCC1-8181-43FD-A3CF-EE9A0C94284E}"/>
    <dgm:cxn modelId="{23074C35-63EB-4462-83AA-E5CDD28C72F3}" srcId="{93A815BB-FBDA-4D3B-AD80-2E5B3B99086E}" destId="{9591DBB7-341F-48CF-B0A6-85E76EECA625}" srcOrd="2" destOrd="0" parTransId="{CB212396-CE5A-4140-8D23-16C1832D3489}" sibTransId="{2062A32C-7C84-48E2-820F-D1A9263BCBD2}"/>
    <dgm:cxn modelId="{1C732239-5370-422F-A9CB-35A7AEB76811}" type="presOf" srcId="{C7F6CF83-957E-49E6-9FB9-544D9F3D07D6}" destId="{316F8855-8484-4C8F-AEE5-4DFF77993B10}" srcOrd="0" destOrd="0" presId="urn:microsoft.com/office/officeart/2005/8/layout/process5"/>
    <dgm:cxn modelId="{5E8CC13E-503C-4759-8547-34666B469723}" type="presOf" srcId="{346B0B5E-50E0-4C90-A71A-F3BF3709046E}" destId="{3E5E2562-CE40-4B2C-BB79-969ADBDFBAF8}" srcOrd="0" destOrd="0" presId="urn:microsoft.com/office/officeart/2005/8/layout/process5"/>
    <dgm:cxn modelId="{00D9045D-94CB-47BD-A9A4-55B1C1D98E7E}" type="presOf" srcId="{E2AF6421-7760-45CB-B3E1-3CF7C16D72E0}" destId="{5D029A51-DAD4-4A44-9A90-3C5AF38816A3}" srcOrd="1" destOrd="0" presId="urn:microsoft.com/office/officeart/2005/8/layout/process5"/>
    <dgm:cxn modelId="{61B7AB69-0AE1-4C71-8BC4-3A4FCC76DAD6}" type="presOf" srcId="{0B7D3728-01E8-4FB7-98DD-6D8A59D056D7}" destId="{8A10F62B-6276-445F-A6DB-4BEC776E9A9E}" srcOrd="0" destOrd="0" presId="urn:microsoft.com/office/officeart/2005/8/layout/process5"/>
    <dgm:cxn modelId="{0D6CAF4D-7896-47AB-B61E-6E5F8BB24B52}" type="presOf" srcId="{F17182CC-E71F-4794-8F37-7D1A2F01284F}" destId="{90645371-B57A-4177-AF99-0038F5D6B4E4}" srcOrd="1" destOrd="0" presId="urn:microsoft.com/office/officeart/2005/8/layout/process5"/>
    <dgm:cxn modelId="{AB20C24F-525F-4F64-AC19-AC1B11181500}" type="presOf" srcId="{E2AF6421-7760-45CB-B3E1-3CF7C16D72E0}" destId="{0C108A3F-843D-4D1B-9BA6-D31ED971F87C}" srcOrd="0" destOrd="0" presId="urn:microsoft.com/office/officeart/2005/8/layout/process5"/>
    <dgm:cxn modelId="{1B2B8454-B9C8-4061-8983-4F53C544CD72}" type="presOf" srcId="{2062A32C-7C84-48E2-820F-D1A9263BCBD2}" destId="{5CA109D5-DB77-42AF-8273-6E2F85A86EA3}" srcOrd="1" destOrd="0" presId="urn:microsoft.com/office/officeart/2005/8/layout/process5"/>
    <dgm:cxn modelId="{604BE079-F114-4621-A884-347E9F9C01DF}" type="presOf" srcId="{73E299CC-99E5-4E0F-9A17-3CED8AB9E063}" destId="{2344379F-636E-45BB-81B1-FB76B718FC22}" srcOrd="0" destOrd="0" presId="urn:microsoft.com/office/officeart/2005/8/layout/process5"/>
    <dgm:cxn modelId="{771F647D-1C72-447F-8F56-18E5EE2606E7}" srcId="{93A815BB-FBDA-4D3B-AD80-2E5B3B99086E}" destId="{346B0B5E-50E0-4C90-A71A-F3BF3709046E}" srcOrd="3" destOrd="0" parTransId="{8A7B160C-15B7-4BF0-85BA-2FA1B89A0281}" sibTransId="{E2AF6421-7760-45CB-B3E1-3CF7C16D72E0}"/>
    <dgm:cxn modelId="{4BB7E987-68DF-4006-9959-A28549ADEB73}" type="presOf" srcId="{2062A32C-7C84-48E2-820F-D1A9263BCBD2}" destId="{76607EAA-CDE9-41BF-893F-B6AB1281C07E}" srcOrd="0" destOrd="0" presId="urn:microsoft.com/office/officeart/2005/8/layout/process5"/>
    <dgm:cxn modelId="{AAFD318D-E72D-4CCC-918E-3B48F249ED4B}" type="presOf" srcId="{DA917CD9-02F1-477D-B2E9-CDF0C662B495}" destId="{652E9560-0117-4043-974B-C9F69C426233}" srcOrd="0" destOrd="0" presId="urn:microsoft.com/office/officeart/2005/8/layout/process5"/>
    <dgm:cxn modelId="{5AE6F89B-14FD-42CA-97E3-4160A8744FD6}" srcId="{93A815BB-FBDA-4D3B-AD80-2E5B3B99086E}" destId="{C7F6CF83-957E-49E6-9FB9-544D9F3D07D6}" srcOrd="4" destOrd="0" parTransId="{46CE1658-701C-44D5-88D4-D7B64C436DB5}" sibTransId="{F17182CC-E71F-4794-8F37-7D1A2F01284F}"/>
    <dgm:cxn modelId="{3C646E9F-12DE-43E3-B1BE-CE2D74A56465}" type="presOf" srcId="{C60DFCC1-8181-43FD-A3CF-EE9A0C94284E}" destId="{754443F6-3B7E-4616-A0ED-12FC18BBCB2B}" srcOrd="1" destOrd="0" presId="urn:microsoft.com/office/officeart/2005/8/layout/process5"/>
    <dgm:cxn modelId="{508225A9-A420-45F2-AA1A-60B363147C9D}" type="presOf" srcId="{93A815BB-FBDA-4D3B-AD80-2E5B3B99086E}" destId="{2617CFE6-0E73-4E85-B1ED-C7CCFF45ACA1}" srcOrd="0" destOrd="0" presId="urn:microsoft.com/office/officeart/2005/8/layout/process5"/>
    <dgm:cxn modelId="{809C27CF-DD1A-47BB-A492-D1A1D5E5D5A0}" type="presOf" srcId="{F17182CC-E71F-4794-8F37-7D1A2F01284F}" destId="{E7788809-BE23-495F-B211-3363A58B4D01}" srcOrd="0" destOrd="0" presId="urn:microsoft.com/office/officeart/2005/8/layout/process5"/>
    <dgm:cxn modelId="{3E671CF2-D5AB-42BB-803A-D071FCB93356}" type="presOf" srcId="{E44D29DA-1EE1-417E-9162-2FF4A9A8AC2B}" destId="{7BC504D7-1D82-484C-AB6D-AB84F6B062DB}" srcOrd="1" destOrd="0" presId="urn:microsoft.com/office/officeart/2005/8/layout/process5"/>
    <dgm:cxn modelId="{EE12FF49-EF65-4D31-A239-96255CD90E1C}" type="presParOf" srcId="{2617CFE6-0E73-4E85-B1ED-C7CCFF45ACA1}" destId="{652E9560-0117-4043-974B-C9F69C426233}" srcOrd="0" destOrd="0" presId="urn:microsoft.com/office/officeart/2005/8/layout/process5"/>
    <dgm:cxn modelId="{A17D21CF-9F5A-4FB0-B80A-DC9183AA6907}" type="presParOf" srcId="{2617CFE6-0E73-4E85-B1ED-C7CCFF45ACA1}" destId="{2BD29B13-C108-421F-AFBC-4A130F02D553}" srcOrd="1" destOrd="0" presId="urn:microsoft.com/office/officeart/2005/8/layout/process5"/>
    <dgm:cxn modelId="{94FE953A-39BA-4C85-8BF3-EAEF9DD829CA}" type="presParOf" srcId="{2BD29B13-C108-421F-AFBC-4A130F02D553}" destId="{7BC504D7-1D82-484C-AB6D-AB84F6B062DB}" srcOrd="0" destOrd="0" presId="urn:microsoft.com/office/officeart/2005/8/layout/process5"/>
    <dgm:cxn modelId="{ABE53A47-A760-4DAA-B861-CB45FFEBD5C2}" type="presParOf" srcId="{2617CFE6-0E73-4E85-B1ED-C7CCFF45ACA1}" destId="{8A10F62B-6276-445F-A6DB-4BEC776E9A9E}" srcOrd="2" destOrd="0" presId="urn:microsoft.com/office/officeart/2005/8/layout/process5"/>
    <dgm:cxn modelId="{D5B4E05F-6040-41AC-AF02-D927B624B7A6}" type="presParOf" srcId="{2617CFE6-0E73-4E85-B1ED-C7CCFF45ACA1}" destId="{C013587D-532B-4EE8-8F0B-8DDA12E879DC}" srcOrd="3" destOrd="0" presId="urn:microsoft.com/office/officeart/2005/8/layout/process5"/>
    <dgm:cxn modelId="{FDC78095-9AA7-4248-B4B2-5023774976F6}" type="presParOf" srcId="{C013587D-532B-4EE8-8F0B-8DDA12E879DC}" destId="{754443F6-3B7E-4616-A0ED-12FC18BBCB2B}" srcOrd="0" destOrd="0" presId="urn:microsoft.com/office/officeart/2005/8/layout/process5"/>
    <dgm:cxn modelId="{24CA09AD-B7BF-4B29-AC7E-A52A88CE68E6}" type="presParOf" srcId="{2617CFE6-0E73-4E85-B1ED-C7CCFF45ACA1}" destId="{9BE2BF78-BECE-408F-84D4-58A336A16375}" srcOrd="4" destOrd="0" presId="urn:microsoft.com/office/officeart/2005/8/layout/process5"/>
    <dgm:cxn modelId="{F372EA1B-C28C-4692-A9ED-04296D9FC572}" type="presParOf" srcId="{2617CFE6-0E73-4E85-B1ED-C7CCFF45ACA1}" destId="{76607EAA-CDE9-41BF-893F-B6AB1281C07E}" srcOrd="5" destOrd="0" presId="urn:microsoft.com/office/officeart/2005/8/layout/process5"/>
    <dgm:cxn modelId="{97A88E96-16F1-46EB-8C9E-9087714CC754}" type="presParOf" srcId="{76607EAA-CDE9-41BF-893F-B6AB1281C07E}" destId="{5CA109D5-DB77-42AF-8273-6E2F85A86EA3}" srcOrd="0" destOrd="0" presId="urn:microsoft.com/office/officeart/2005/8/layout/process5"/>
    <dgm:cxn modelId="{D707F1A6-F985-4E55-91A5-01A1F4BE17BC}" type="presParOf" srcId="{2617CFE6-0E73-4E85-B1ED-C7CCFF45ACA1}" destId="{3E5E2562-CE40-4B2C-BB79-969ADBDFBAF8}" srcOrd="6" destOrd="0" presId="urn:microsoft.com/office/officeart/2005/8/layout/process5"/>
    <dgm:cxn modelId="{74480295-4401-472B-936C-7145A91FEF88}" type="presParOf" srcId="{2617CFE6-0E73-4E85-B1ED-C7CCFF45ACA1}" destId="{0C108A3F-843D-4D1B-9BA6-D31ED971F87C}" srcOrd="7" destOrd="0" presId="urn:microsoft.com/office/officeart/2005/8/layout/process5"/>
    <dgm:cxn modelId="{1D44B324-D0DD-4563-BBA1-8ACB27284AAB}" type="presParOf" srcId="{0C108A3F-843D-4D1B-9BA6-D31ED971F87C}" destId="{5D029A51-DAD4-4A44-9A90-3C5AF38816A3}" srcOrd="0" destOrd="0" presId="urn:microsoft.com/office/officeart/2005/8/layout/process5"/>
    <dgm:cxn modelId="{090394AC-9DFC-4FB4-A95E-12697C597450}" type="presParOf" srcId="{2617CFE6-0E73-4E85-B1ED-C7CCFF45ACA1}" destId="{316F8855-8484-4C8F-AEE5-4DFF77993B10}" srcOrd="8" destOrd="0" presId="urn:microsoft.com/office/officeart/2005/8/layout/process5"/>
    <dgm:cxn modelId="{2648EDF1-F141-4716-957C-2ABB8772D996}" type="presParOf" srcId="{2617CFE6-0E73-4E85-B1ED-C7CCFF45ACA1}" destId="{E7788809-BE23-495F-B211-3363A58B4D01}" srcOrd="9" destOrd="0" presId="urn:microsoft.com/office/officeart/2005/8/layout/process5"/>
    <dgm:cxn modelId="{CEDE8BF1-C64D-4702-ACCA-F0CE6087911D}" type="presParOf" srcId="{E7788809-BE23-495F-B211-3363A58B4D01}" destId="{90645371-B57A-4177-AF99-0038F5D6B4E4}" srcOrd="0" destOrd="0" presId="urn:microsoft.com/office/officeart/2005/8/layout/process5"/>
    <dgm:cxn modelId="{DEF2348E-F4C4-4DF6-B1E7-413686BC3C86}" type="presParOf" srcId="{2617CFE6-0E73-4E85-B1ED-C7CCFF45ACA1}" destId="{2344379F-636E-45BB-81B1-FB76B718FC2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37C33D-8CE0-4413-A5B3-515208507422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BE4E43B2-8DC0-427F-92AB-C2CDDFE68145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400" b="1" i="0" dirty="0"/>
            <a:t>Производство</a:t>
          </a:r>
          <a:endParaRPr lang="ru-RU" sz="2400" b="1" dirty="0"/>
        </a:p>
      </dgm:t>
    </dgm:pt>
    <dgm:pt modelId="{ED446963-2E0C-47FA-92A6-CFB11BE8B0E1}" type="parTrans" cxnId="{84363A46-AF45-4A1E-AD34-0A353AFB7CBD}">
      <dgm:prSet/>
      <dgm:spPr/>
      <dgm:t>
        <a:bodyPr/>
        <a:lstStyle/>
        <a:p>
          <a:endParaRPr lang="ru-RU"/>
        </a:p>
      </dgm:t>
    </dgm:pt>
    <dgm:pt modelId="{FDC7D449-9E3C-47FA-919D-CD9957D9E653}" type="sibTrans" cxnId="{84363A46-AF45-4A1E-AD34-0A353AFB7CBD}">
      <dgm:prSet/>
      <dgm:spPr/>
      <dgm:t>
        <a:bodyPr/>
        <a:lstStyle/>
        <a:p>
          <a:endParaRPr lang="ru-RU"/>
        </a:p>
      </dgm:t>
    </dgm:pt>
    <dgm:pt modelId="{3678B069-F54C-475F-8EBD-EDEB722EB4D8}">
      <dgm:prSet custT="1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400" b="1" i="0" dirty="0"/>
            <a:t>Руководство</a:t>
          </a:r>
          <a:endParaRPr lang="ru-RU" sz="2400" b="1" dirty="0"/>
        </a:p>
      </dgm:t>
    </dgm:pt>
    <dgm:pt modelId="{BA6ADD4B-242C-4147-881E-EA3BE84912CF}" type="parTrans" cxnId="{7CA31BEA-9766-42B3-9EEF-D378D6E0B17D}">
      <dgm:prSet/>
      <dgm:spPr/>
      <dgm:t>
        <a:bodyPr/>
        <a:lstStyle/>
        <a:p>
          <a:endParaRPr lang="ru-RU"/>
        </a:p>
      </dgm:t>
    </dgm:pt>
    <dgm:pt modelId="{CCA8CA70-247E-4942-BD46-B7D064F07CAC}" type="sibTrans" cxnId="{7CA31BEA-9766-42B3-9EEF-D378D6E0B17D}">
      <dgm:prSet/>
      <dgm:spPr/>
      <dgm:t>
        <a:bodyPr/>
        <a:lstStyle/>
        <a:p>
          <a:endParaRPr lang="ru-RU"/>
        </a:p>
      </dgm:t>
    </dgm:pt>
    <dgm:pt modelId="{590DD966-38A6-491C-A71A-E05BAE613DF2}">
      <dgm:prSet custT="1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400" b="1" i="0" dirty="0"/>
            <a:t>Лаборатория</a:t>
          </a:r>
          <a:endParaRPr lang="ru-RU" sz="2400" b="1" dirty="0"/>
        </a:p>
      </dgm:t>
    </dgm:pt>
    <dgm:pt modelId="{E4154F7B-75C7-4F42-9871-7F0B70728B1E}" type="parTrans" cxnId="{4EB7C144-B16D-4438-AD39-9DDE1666FC67}">
      <dgm:prSet/>
      <dgm:spPr/>
      <dgm:t>
        <a:bodyPr/>
        <a:lstStyle/>
        <a:p>
          <a:endParaRPr lang="ru-RU"/>
        </a:p>
      </dgm:t>
    </dgm:pt>
    <dgm:pt modelId="{A3B18BF8-CEAF-4550-BB88-BBA5CF89724E}" type="sibTrans" cxnId="{4EB7C144-B16D-4438-AD39-9DDE1666FC67}">
      <dgm:prSet/>
      <dgm:spPr/>
      <dgm:t>
        <a:bodyPr/>
        <a:lstStyle/>
        <a:p>
          <a:endParaRPr lang="ru-RU"/>
        </a:p>
      </dgm:t>
    </dgm:pt>
    <dgm:pt modelId="{072F76DC-CAFD-4F29-8F4F-CB4B95DB6532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400" b="1" i="0" dirty="0"/>
            <a:t>Администратор</a:t>
          </a:r>
          <a:endParaRPr lang="ru-RU" sz="2400" b="1" dirty="0"/>
        </a:p>
      </dgm:t>
    </dgm:pt>
    <dgm:pt modelId="{023577E4-E00C-4303-A6E5-34F4FBFCA199}" type="parTrans" cxnId="{8E8543D3-C8D6-4043-B26D-2F13E04AC193}">
      <dgm:prSet/>
      <dgm:spPr/>
      <dgm:t>
        <a:bodyPr/>
        <a:lstStyle/>
        <a:p>
          <a:endParaRPr lang="ru-RU"/>
        </a:p>
      </dgm:t>
    </dgm:pt>
    <dgm:pt modelId="{64C3A829-48BF-447E-9D01-CE56940CD906}" type="sibTrans" cxnId="{8E8543D3-C8D6-4043-B26D-2F13E04AC193}">
      <dgm:prSet/>
      <dgm:spPr/>
      <dgm:t>
        <a:bodyPr/>
        <a:lstStyle/>
        <a:p>
          <a:endParaRPr lang="ru-RU"/>
        </a:p>
      </dgm:t>
    </dgm:pt>
    <dgm:pt modelId="{DF2FD805-26EE-4B6E-8AFE-1E3656F6CE24}" type="pres">
      <dgm:prSet presAssocID="{7C37C33D-8CE0-4413-A5B3-51520850742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B4E5E5-9D3B-4110-BAEE-A52E51549A44}" type="pres">
      <dgm:prSet presAssocID="{BE4E43B2-8DC0-427F-92AB-C2CDDFE68145}" presName="vertOne" presStyleCnt="0"/>
      <dgm:spPr/>
    </dgm:pt>
    <dgm:pt modelId="{0FB1D82C-C840-49FD-8F32-5C5A2EBBC687}" type="pres">
      <dgm:prSet presAssocID="{BE4E43B2-8DC0-427F-92AB-C2CDDFE68145}" presName="txOne" presStyleLbl="node0" presStyleIdx="0" presStyleCnt="2">
        <dgm:presLayoutVars>
          <dgm:chPref val="3"/>
        </dgm:presLayoutVars>
      </dgm:prSet>
      <dgm:spPr/>
    </dgm:pt>
    <dgm:pt modelId="{4510109A-7722-4477-956E-C3B6557402BD}" type="pres">
      <dgm:prSet presAssocID="{BE4E43B2-8DC0-427F-92AB-C2CDDFE68145}" presName="parTransOne" presStyleCnt="0"/>
      <dgm:spPr/>
    </dgm:pt>
    <dgm:pt modelId="{A562647D-3C26-4B83-B813-78710F59EE7F}" type="pres">
      <dgm:prSet presAssocID="{BE4E43B2-8DC0-427F-92AB-C2CDDFE68145}" presName="horzOne" presStyleCnt="0"/>
      <dgm:spPr/>
    </dgm:pt>
    <dgm:pt modelId="{16BAFCE5-6522-44A6-AC1E-2EBBCA051381}" type="pres">
      <dgm:prSet presAssocID="{3678B069-F54C-475F-8EBD-EDEB722EB4D8}" presName="vertTwo" presStyleCnt="0"/>
      <dgm:spPr/>
    </dgm:pt>
    <dgm:pt modelId="{D4A332A9-899E-41F7-AF5A-CCE7711F381D}" type="pres">
      <dgm:prSet presAssocID="{3678B069-F54C-475F-8EBD-EDEB722EB4D8}" presName="txTwo" presStyleLbl="node2" presStyleIdx="0" presStyleCnt="2">
        <dgm:presLayoutVars>
          <dgm:chPref val="3"/>
        </dgm:presLayoutVars>
      </dgm:prSet>
      <dgm:spPr/>
    </dgm:pt>
    <dgm:pt modelId="{8B7E2A01-0452-4D4E-BC4C-27E1809AE8CD}" type="pres">
      <dgm:prSet presAssocID="{3678B069-F54C-475F-8EBD-EDEB722EB4D8}" presName="horzTwo" presStyleCnt="0"/>
      <dgm:spPr/>
    </dgm:pt>
    <dgm:pt modelId="{266EC477-C5CD-4943-B0A2-489000B60F40}" type="pres">
      <dgm:prSet presAssocID="{FDC7D449-9E3C-47FA-919D-CD9957D9E653}" presName="sibSpaceOne" presStyleCnt="0"/>
      <dgm:spPr/>
    </dgm:pt>
    <dgm:pt modelId="{27C671DE-23F8-443C-9575-9576CC58C6B2}" type="pres">
      <dgm:prSet presAssocID="{590DD966-38A6-491C-A71A-E05BAE613DF2}" presName="vertOne" presStyleCnt="0"/>
      <dgm:spPr/>
    </dgm:pt>
    <dgm:pt modelId="{CC2BF28F-EFAE-4170-9767-2009CB8328D0}" type="pres">
      <dgm:prSet presAssocID="{590DD966-38A6-491C-A71A-E05BAE613DF2}" presName="txOne" presStyleLbl="node0" presStyleIdx="1" presStyleCnt="2">
        <dgm:presLayoutVars>
          <dgm:chPref val="3"/>
        </dgm:presLayoutVars>
      </dgm:prSet>
      <dgm:spPr/>
    </dgm:pt>
    <dgm:pt modelId="{4C97B3C7-6E9A-4A66-8D2C-C9E0941B426C}" type="pres">
      <dgm:prSet presAssocID="{590DD966-38A6-491C-A71A-E05BAE613DF2}" presName="parTransOne" presStyleCnt="0"/>
      <dgm:spPr/>
    </dgm:pt>
    <dgm:pt modelId="{D9464890-27C5-480F-95AE-EB2F7B1E77DA}" type="pres">
      <dgm:prSet presAssocID="{590DD966-38A6-491C-A71A-E05BAE613DF2}" presName="horzOne" presStyleCnt="0"/>
      <dgm:spPr/>
    </dgm:pt>
    <dgm:pt modelId="{2B77BBEE-8769-491E-BA16-1BDF50E7D074}" type="pres">
      <dgm:prSet presAssocID="{072F76DC-CAFD-4F29-8F4F-CB4B95DB6532}" presName="vertTwo" presStyleCnt="0"/>
      <dgm:spPr/>
    </dgm:pt>
    <dgm:pt modelId="{5EDA0103-5948-45DF-8C56-C8AF94623D0D}" type="pres">
      <dgm:prSet presAssocID="{072F76DC-CAFD-4F29-8F4F-CB4B95DB6532}" presName="txTwo" presStyleLbl="node2" presStyleIdx="1" presStyleCnt="2">
        <dgm:presLayoutVars>
          <dgm:chPref val="3"/>
        </dgm:presLayoutVars>
      </dgm:prSet>
      <dgm:spPr/>
    </dgm:pt>
    <dgm:pt modelId="{E8E859A8-3C4C-400A-8D18-A2E411B06407}" type="pres">
      <dgm:prSet presAssocID="{072F76DC-CAFD-4F29-8F4F-CB4B95DB6532}" presName="horzTwo" presStyleCnt="0"/>
      <dgm:spPr/>
    </dgm:pt>
  </dgm:ptLst>
  <dgm:cxnLst>
    <dgm:cxn modelId="{19DB3B09-4804-405B-B747-EE78B3DDB303}" type="presOf" srcId="{7C37C33D-8CE0-4413-A5B3-515208507422}" destId="{DF2FD805-26EE-4B6E-8AFE-1E3656F6CE24}" srcOrd="0" destOrd="0" presId="urn:microsoft.com/office/officeart/2005/8/layout/hierarchy4"/>
    <dgm:cxn modelId="{FF99D424-2C4C-4D92-8A54-15EB1001CC28}" type="presOf" srcId="{3678B069-F54C-475F-8EBD-EDEB722EB4D8}" destId="{D4A332A9-899E-41F7-AF5A-CCE7711F381D}" srcOrd="0" destOrd="0" presId="urn:microsoft.com/office/officeart/2005/8/layout/hierarchy4"/>
    <dgm:cxn modelId="{9B30D628-61D2-4D3C-B712-7814ED77C087}" type="presOf" srcId="{590DD966-38A6-491C-A71A-E05BAE613DF2}" destId="{CC2BF28F-EFAE-4170-9767-2009CB8328D0}" srcOrd="0" destOrd="0" presId="urn:microsoft.com/office/officeart/2005/8/layout/hierarchy4"/>
    <dgm:cxn modelId="{4EB7C144-B16D-4438-AD39-9DDE1666FC67}" srcId="{7C37C33D-8CE0-4413-A5B3-515208507422}" destId="{590DD966-38A6-491C-A71A-E05BAE613DF2}" srcOrd="1" destOrd="0" parTransId="{E4154F7B-75C7-4F42-9871-7F0B70728B1E}" sibTransId="{A3B18BF8-CEAF-4550-BB88-BBA5CF89724E}"/>
    <dgm:cxn modelId="{84363A46-AF45-4A1E-AD34-0A353AFB7CBD}" srcId="{7C37C33D-8CE0-4413-A5B3-515208507422}" destId="{BE4E43B2-8DC0-427F-92AB-C2CDDFE68145}" srcOrd="0" destOrd="0" parTransId="{ED446963-2E0C-47FA-92A6-CFB11BE8B0E1}" sibTransId="{FDC7D449-9E3C-47FA-919D-CD9957D9E653}"/>
    <dgm:cxn modelId="{30ADBECB-49F0-4348-BB0C-1FA5645B489F}" type="presOf" srcId="{072F76DC-CAFD-4F29-8F4F-CB4B95DB6532}" destId="{5EDA0103-5948-45DF-8C56-C8AF94623D0D}" srcOrd="0" destOrd="0" presId="urn:microsoft.com/office/officeart/2005/8/layout/hierarchy4"/>
    <dgm:cxn modelId="{8E8543D3-C8D6-4043-B26D-2F13E04AC193}" srcId="{590DD966-38A6-491C-A71A-E05BAE613DF2}" destId="{072F76DC-CAFD-4F29-8F4F-CB4B95DB6532}" srcOrd="0" destOrd="0" parTransId="{023577E4-E00C-4303-A6E5-34F4FBFCA199}" sibTransId="{64C3A829-48BF-447E-9D01-CE56940CD906}"/>
    <dgm:cxn modelId="{7CA31BEA-9766-42B3-9EEF-D378D6E0B17D}" srcId="{BE4E43B2-8DC0-427F-92AB-C2CDDFE68145}" destId="{3678B069-F54C-475F-8EBD-EDEB722EB4D8}" srcOrd="0" destOrd="0" parTransId="{BA6ADD4B-242C-4147-881E-EA3BE84912CF}" sibTransId="{CCA8CA70-247E-4942-BD46-B7D064F07CAC}"/>
    <dgm:cxn modelId="{ADBA3AF7-6ABB-42E6-BDCF-734DF1B9DC01}" type="presOf" srcId="{BE4E43B2-8DC0-427F-92AB-C2CDDFE68145}" destId="{0FB1D82C-C840-49FD-8F32-5C5A2EBBC687}" srcOrd="0" destOrd="0" presId="urn:microsoft.com/office/officeart/2005/8/layout/hierarchy4"/>
    <dgm:cxn modelId="{FE925598-61B7-4DDD-BAF4-EB51FEC2D6AD}" type="presParOf" srcId="{DF2FD805-26EE-4B6E-8AFE-1E3656F6CE24}" destId="{09B4E5E5-9D3B-4110-BAEE-A52E51549A44}" srcOrd="0" destOrd="0" presId="urn:microsoft.com/office/officeart/2005/8/layout/hierarchy4"/>
    <dgm:cxn modelId="{5DE105BD-7F1D-4302-BD98-0B9EBF1624A7}" type="presParOf" srcId="{09B4E5E5-9D3B-4110-BAEE-A52E51549A44}" destId="{0FB1D82C-C840-49FD-8F32-5C5A2EBBC687}" srcOrd="0" destOrd="0" presId="urn:microsoft.com/office/officeart/2005/8/layout/hierarchy4"/>
    <dgm:cxn modelId="{A1475A30-965B-4F47-AC29-418AA65AD80A}" type="presParOf" srcId="{09B4E5E5-9D3B-4110-BAEE-A52E51549A44}" destId="{4510109A-7722-4477-956E-C3B6557402BD}" srcOrd="1" destOrd="0" presId="urn:microsoft.com/office/officeart/2005/8/layout/hierarchy4"/>
    <dgm:cxn modelId="{97C6ABB8-3741-4CAA-A161-9CF62A63A701}" type="presParOf" srcId="{09B4E5E5-9D3B-4110-BAEE-A52E51549A44}" destId="{A562647D-3C26-4B83-B813-78710F59EE7F}" srcOrd="2" destOrd="0" presId="urn:microsoft.com/office/officeart/2005/8/layout/hierarchy4"/>
    <dgm:cxn modelId="{8C7C89B5-51ED-48D4-86B3-CA8D0C1D87FD}" type="presParOf" srcId="{A562647D-3C26-4B83-B813-78710F59EE7F}" destId="{16BAFCE5-6522-44A6-AC1E-2EBBCA051381}" srcOrd="0" destOrd="0" presId="urn:microsoft.com/office/officeart/2005/8/layout/hierarchy4"/>
    <dgm:cxn modelId="{568F5A0E-2881-4177-97DF-43B0A946E199}" type="presParOf" srcId="{16BAFCE5-6522-44A6-AC1E-2EBBCA051381}" destId="{D4A332A9-899E-41F7-AF5A-CCE7711F381D}" srcOrd="0" destOrd="0" presId="urn:microsoft.com/office/officeart/2005/8/layout/hierarchy4"/>
    <dgm:cxn modelId="{E5DC0FE1-C79D-4A3D-9172-6EB0B5A31728}" type="presParOf" srcId="{16BAFCE5-6522-44A6-AC1E-2EBBCA051381}" destId="{8B7E2A01-0452-4D4E-BC4C-27E1809AE8CD}" srcOrd="1" destOrd="0" presId="urn:microsoft.com/office/officeart/2005/8/layout/hierarchy4"/>
    <dgm:cxn modelId="{A6CF9241-5701-4C35-9F16-F116906BBF07}" type="presParOf" srcId="{DF2FD805-26EE-4B6E-8AFE-1E3656F6CE24}" destId="{266EC477-C5CD-4943-B0A2-489000B60F40}" srcOrd="1" destOrd="0" presId="urn:microsoft.com/office/officeart/2005/8/layout/hierarchy4"/>
    <dgm:cxn modelId="{E48A2D67-B690-4A92-B13C-68FD67DE6064}" type="presParOf" srcId="{DF2FD805-26EE-4B6E-8AFE-1E3656F6CE24}" destId="{27C671DE-23F8-443C-9575-9576CC58C6B2}" srcOrd="2" destOrd="0" presId="urn:microsoft.com/office/officeart/2005/8/layout/hierarchy4"/>
    <dgm:cxn modelId="{7066F782-84F0-4870-B718-AC34B5384AA9}" type="presParOf" srcId="{27C671DE-23F8-443C-9575-9576CC58C6B2}" destId="{CC2BF28F-EFAE-4170-9767-2009CB8328D0}" srcOrd="0" destOrd="0" presId="urn:microsoft.com/office/officeart/2005/8/layout/hierarchy4"/>
    <dgm:cxn modelId="{8EC2F285-907B-48ED-BEAA-18D878E09993}" type="presParOf" srcId="{27C671DE-23F8-443C-9575-9576CC58C6B2}" destId="{4C97B3C7-6E9A-4A66-8D2C-C9E0941B426C}" srcOrd="1" destOrd="0" presId="urn:microsoft.com/office/officeart/2005/8/layout/hierarchy4"/>
    <dgm:cxn modelId="{AE0E7ED9-A912-483F-B427-4A22FBF7ECD9}" type="presParOf" srcId="{27C671DE-23F8-443C-9575-9576CC58C6B2}" destId="{D9464890-27C5-480F-95AE-EB2F7B1E77DA}" srcOrd="2" destOrd="0" presId="urn:microsoft.com/office/officeart/2005/8/layout/hierarchy4"/>
    <dgm:cxn modelId="{146AB6F3-2BE9-4E99-B7F0-B1A75C7CE901}" type="presParOf" srcId="{D9464890-27C5-480F-95AE-EB2F7B1E77DA}" destId="{2B77BBEE-8769-491E-BA16-1BDF50E7D074}" srcOrd="0" destOrd="0" presId="urn:microsoft.com/office/officeart/2005/8/layout/hierarchy4"/>
    <dgm:cxn modelId="{E9223B4F-05A0-4FB9-8D86-0F791D6D0B8C}" type="presParOf" srcId="{2B77BBEE-8769-491E-BA16-1BDF50E7D074}" destId="{5EDA0103-5948-45DF-8C56-C8AF94623D0D}" srcOrd="0" destOrd="0" presId="urn:microsoft.com/office/officeart/2005/8/layout/hierarchy4"/>
    <dgm:cxn modelId="{8884D13C-CBBC-4A43-AAD1-2078C9E5AFA7}" type="presParOf" srcId="{2B77BBEE-8769-491E-BA16-1BDF50E7D074}" destId="{E8E859A8-3C4C-400A-8D18-A2E411B0640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E9560-0117-4043-974B-C9F69C426233}">
      <dsp:nvSpPr>
        <dsp:cNvPr id="0" name=""/>
        <dsp:cNvSpPr/>
      </dsp:nvSpPr>
      <dsp:spPr>
        <a:xfrm>
          <a:off x="3922" y="519593"/>
          <a:ext cx="3148641" cy="7963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Проанализировать предметную область</a:t>
          </a:r>
        </a:p>
      </dsp:txBody>
      <dsp:txXfrm>
        <a:off x="27247" y="542918"/>
        <a:ext cx="3101991" cy="749721"/>
      </dsp:txXfrm>
    </dsp:sp>
    <dsp:sp modelId="{2BD29B13-C108-421F-AFBC-4A130F02D553}">
      <dsp:nvSpPr>
        <dsp:cNvPr id="0" name=""/>
        <dsp:cNvSpPr/>
      </dsp:nvSpPr>
      <dsp:spPr>
        <a:xfrm>
          <a:off x="3269365" y="753196"/>
          <a:ext cx="281384" cy="3291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3269365" y="819029"/>
        <a:ext cx="196969" cy="197501"/>
      </dsp:txXfrm>
    </dsp:sp>
    <dsp:sp modelId="{8A10F62B-6276-445F-A6DB-4BEC776E9A9E}">
      <dsp:nvSpPr>
        <dsp:cNvPr id="0" name=""/>
        <dsp:cNvSpPr/>
      </dsp:nvSpPr>
      <dsp:spPr>
        <a:xfrm>
          <a:off x="3683478" y="519593"/>
          <a:ext cx="3148641" cy="7963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Провести сравнительный анализ аналогов</a:t>
          </a:r>
        </a:p>
      </dsp:txBody>
      <dsp:txXfrm>
        <a:off x="3706803" y="542918"/>
        <a:ext cx="3101991" cy="749721"/>
      </dsp:txXfrm>
    </dsp:sp>
    <dsp:sp modelId="{C013587D-532B-4EE8-8F0B-8DDA12E879DC}">
      <dsp:nvSpPr>
        <dsp:cNvPr id="0" name=""/>
        <dsp:cNvSpPr/>
      </dsp:nvSpPr>
      <dsp:spPr>
        <a:xfrm>
          <a:off x="6948921" y="753196"/>
          <a:ext cx="281384" cy="3291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6948921" y="819029"/>
        <a:ext cx="196969" cy="197501"/>
      </dsp:txXfrm>
    </dsp:sp>
    <dsp:sp modelId="{9BE2BF78-BECE-408F-84D4-58A336A16375}">
      <dsp:nvSpPr>
        <dsp:cNvPr id="0" name=""/>
        <dsp:cNvSpPr/>
      </dsp:nvSpPr>
      <dsp:spPr>
        <a:xfrm>
          <a:off x="7363034" y="519593"/>
          <a:ext cx="3148641" cy="7963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Разработать требования к проектируемой системе</a:t>
          </a:r>
        </a:p>
      </dsp:txBody>
      <dsp:txXfrm>
        <a:off x="7386359" y="542918"/>
        <a:ext cx="3101991" cy="749721"/>
      </dsp:txXfrm>
    </dsp:sp>
    <dsp:sp modelId="{76607EAA-CDE9-41BF-893F-B6AB1281C07E}">
      <dsp:nvSpPr>
        <dsp:cNvPr id="0" name=""/>
        <dsp:cNvSpPr/>
      </dsp:nvSpPr>
      <dsp:spPr>
        <a:xfrm rot="5400000">
          <a:off x="8796663" y="1408875"/>
          <a:ext cx="281384" cy="3291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8838605" y="1432767"/>
        <a:ext cx="197501" cy="196969"/>
      </dsp:txXfrm>
    </dsp:sp>
    <dsp:sp modelId="{3E5E2562-CE40-4B2C-BB79-969ADBDFBAF8}">
      <dsp:nvSpPr>
        <dsp:cNvPr id="0" name=""/>
        <dsp:cNvSpPr/>
      </dsp:nvSpPr>
      <dsp:spPr>
        <a:xfrm>
          <a:off x="7363034" y="1846880"/>
          <a:ext cx="3148641" cy="7963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Разработать модель и хранилище</a:t>
          </a:r>
          <a:r>
            <a:rPr lang="en-US" sz="2000" kern="1200" dirty="0"/>
            <a:t> </a:t>
          </a:r>
          <a:r>
            <a:rPr lang="ru-RU" sz="2000" kern="1200" dirty="0"/>
            <a:t>данных</a:t>
          </a:r>
        </a:p>
      </dsp:txBody>
      <dsp:txXfrm>
        <a:off x="7386359" y="1870205"/>
        <a:ext cx="3101991" cy="749721"/>
      </dsp:txXfrm>
    </dsp:sp>
    <dsp:sp modelId="{0C108A3F-843D-4D1B-9BA6-D31ED971F87C}">
      <dsp:nvSpPr>
        <dsp:cNvPr id="0" name=""/>
        <dsp:cNvSpPr/>
      </dsp:nvSpPr>
      <dsp:spPr>
        <a:xfrm rot="10800000">
          <a:off x="6964848" y="2080482"/>
          <a:ext cx="281384" cy="3291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10800000">
        <a:off x="7049263" y="2146315"/>
        <a:ext cx="196969" cy="197501"/>
      </dsp:txXfrm>
    </dsp:sp>
    <dsp:sp modelId="{316F8855-8484-4C8F-AEE5-4DFF77993B10}">
      <dsp:nvSpPr>
        <dsp:cNvPr id="0" name=""/>
        <dsp:cNvSpPr/>
      </dsp:nvSpPr>
      <dsp:spPr>
        <a:xfrm>
          <a:off x="3683478" y="1846880"/>
          <a:ext cx="3148641" cy="7963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Реализовать серверную часть системы</a:t>
          </a:r>
        </a:p>
      </dsp:txBody>
      <dsp:txXfrm>
        <a:off x="3706803" y="1870205"/>
        <a:ext cx="3101991" cy="749721"/>
      </dsp:txXfrm>
    </dsp:sp>
    <dsp:sp modelId="{E7788809-BE23-495F-B211-3363A58B4D01}">
      <dsp:nvSpPr>
        <dsp:cNvPr id="0" name=""/>
        <dsp:cNvSpPr/>
      </dsp:nvSpPr>
      <dsp:spPr>
        <a:xfrm rot="10800000">
          <a:off x="3285292" y="2080482"/>
          <a:ext cx="281384" cy="3291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10800000">
        <a:off x="3369707" y="2146315"/>
        <a:ext cx="196969" cy="197501"/>
      </dsp:txXfrm>
    </dsp:sp>
    <dsp:sp modelId="{2344379F-636E-45BB-81B1-FB76B718FC22}">
      <dsp:nvSpPr>
        <dsp:cNvPr id="0" name=""/>
        <dsp:cNvSpPr/>
      </dsp:nvSpPr>
      <dsp:spPr>
        <a:xfrm>
          <a:off x="3922" y="1846880"/>
          <a:ext cx="3148641" cy="7963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Реализовать клиентскую часть системы</a:t>
          </a:r>
        </a:p>
      </dsp:txBody>
      <dsp:txXfrm>
        <a:off x="27247" y="1870205"/>
        <a:ext cx="3101991" cy="7497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1D82C-C840-49FD-8F32-5C5A2EBBC687}">
      <dsp:nvSpPr>
        <dsp:cNvPr id="0" name=""/>
        <dsp:cNvSpPr/>
      </dsp:nvSpPr>
      <dsp:spPr>
        <a:xfrm>
          <a:off x="3018" y="500"/>
          <a:ext cx="4047976" cy="2145101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Производство</a:t>
          </a:r>
          <a:endParaRPr lang="ru-RU" sz="2400" b="1" kern="1200" dirty="0"/>
        </a:p>
      </dsp:txBody>
      <dsp:txXfrm>
        <a:off x="65846" y="63328"/>
        <a:ext cx="3922320" cy="2019445"/>
      </dsp:txXfrm>
    </dsp:sp>
    <dsp:sp modelId="{D4A332A9-899E-41F7-AF5A-CCE7711F381D}">
      <dsp:nvSpPr>
        <dsp:cNvPr id="0" name=""/>
        <dsp:cNvSpPr/>
      </dsp:nvSpPr>
      <dsp:spPr>
        <a:xfrm>
          <a:off x="3018" y="2378772"/>
          <a:ext cx="4047976" cy="2145101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Руководство</a:t>
          </a:r>
          <a:endParaRPr lang="ru-RU" sz="2400" b="1" kern="1200" dirty="0"/>
        </a:p>
      </dsp:txBody>
      <dsp:txXfrm>
        <a:off x="65846" y="2441600"/>
        <a:ext cx="3922320" cy="2019445"/>
      </dsp:txXfrm>
    </dsp:sp>
    <dsp:sp modelId="{CC2BF28F-EFAE-4170-9767-2009CB8328D0}">
      <dsp:nvSpPr>
        <dsp:cNvPr id="0" name=""/>
        <dsp:cNvSpPr/>
      </dsp:nvSpPr>
      <dsp:spPr>
        <a:xfrm>
          <a:off x="4731054" y="500"/>
          <a:ext cx="4047976" cy="2145101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Лаборатория</a:t>
          </a:r>
          <a:endParaRPr lang="ru-RU" sz="2400" b="1" kern="1200" dirty="0"/>
        </a:p>
      </dsp:txBody>
      <dsp:txXfrm>
        <a:off x="4793882" y="63328"/>
        <a:ext cx="3922320" cy="2019445"/>
      </dsp:txXfrm>
    </dsp:sp>
    <dsp:sp modelId="{5EDA0103-5948-45DF-8C56-C8AF94623D0D}">
      <dsp:nvSpPr>
        <dsp:cNvPr id="0" name=""/>
        <dsp:cNvSpPr/>
      </dsp:nvSpPr>
      <dsp:spPr>
        <a:xfrm>
          <a:off x="4731054" y="2378772"/>
          <a:ext cx="4047976" cy="2145101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Администратор</a:t>
          </a:r>
          <a:endParaRPr lang="ru-RU" sz="2400" b="1" kern="1200" dirty="0"/>
        </a:p>
      </dsp:txBody>
      <dsp:txXfrm>
        <a:off x="4793882" y="2441600"/>
        <a:ext cx="3922320" cy="2019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6E137-159C-40AE-B6E4-0B8BBE74881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2016F-07DD-450A-84F7-F54B5EEAA4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54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2016F-07DD-450A-84F7-F54B5EEAA4A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32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1C45D-602D-4EB1-8AA0-E17DF2634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610D1E-C7C5-4738-A6BA-DD0FE5DCB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EBE2B7-C375-44B1-A76D-FCC6461C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BCA49-77F4-46A0-A7E6-A1BC1DAD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55EC3-A06F-491F-826B-850E1978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E1BFB-6E19-4840-9DA1-807E7171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7255D-2215-4311-847D-ACEFEF464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A2C130-9827-4121-A64F-A7C144BE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2257D9-6AAF-4228-8D39-9516269A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B08E4C-60A8-4F79-A779-7153C94D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2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9FCCA-D7FF-418A-A40E-1FBC4559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36442E-C4AF-4A12-93DC-7AC141EF4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CC2BAE-9D04-4AD7-808A-63C759DB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84EC3C-105C-4F21-8AFA-2B0FA436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74325C-871E-4EC8-9709-DA32D209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34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DFDFA-9422-43BD-AAFB-E667EE57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A1E71-586E-43E1-BD2A-040DD274F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3DA195-E2FD-48C4-AED6-357CDE99D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2C890A-659E-4208-B429-F456DC31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CF81C6-C907-457F-A79D-E3674761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24AA03-DE41-42CA-BE11-AB75DA14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049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697E1-5AF0-4499-8CEF-B8EA27FD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94FD9E-A00F-423E-BE4B-E1F781A71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1B7450-E97F-4C61-B4DD-C3443E822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3D9B8E-B54A-47AD-B536-846722304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3C5211-6B2A-457F-818C-065572B1F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BF0AC3-CFAE-4189-9E0C-4642A131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07C3E6-FC25-448C-9E43-61CFF106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4BD46E-B00B-4B70-952C-68BC6D3B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3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263FB2-3741-462E-909B-5D5A4A50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416A68-EA12-45B6-A06F-C9674045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119CC5-C65E-4A04-9FAF-E9377F42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0A7130-5FDF-48DA-8AB7-06F0EC13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16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17CE06-00EE-4F84-B58D-0E717C0F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4C9BDD-F7DB-4FFA-9786-91D2F54F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D7DD43-084A-46C7-B07F-F152D0C7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97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ADD46-E4D6-4E85-84D6-CB051A5C1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905F0A-A9D3-4992-A494-816263F4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47D4AD-7F12-46C1-B44E-3B6D334A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1D8895-F346-47A4-BB74-0BD78EE5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38508D-CD4A-43DF-A30E-F4D83A4F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A3D2F1-0924-4E74-8BFA-DF9ED218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37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D9F2F-59EB-491C-AB3A-FABAC994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D30C2E-7F90-4C67-83EA-AA0C0FCCFE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335782-A8E7-43E9-85C7-48372BCFB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EFEABA-1452-45B2-B0C9-1F358CB9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954557-D1A9-4610-9ECA-86344CFA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302E5B-6C7B-4035-88B9-F8A65545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65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D9376-1443-48FA-A9F2-D778824F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A4E20D-0420-4925-B1EC-C89E8F0A9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EE1B6-A43B-4164-AE6B-969BCE99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46C37-8F3E-4170-94DC-B55E2531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EB2C6D-582B-4A98-8516-6D179C47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75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EE53CE-D98F-4FB1-A66C-8B6595DE6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E3D8FD-1948-4FF3-AA90-635480431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01412B-AC41-4C85-99EE-BDAD2747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B299B3-20EA-4E97-AA8C-028C125C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24348D-48C6-497C-A934-B39B67D8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48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B7048-B031-4455-BE3C-DA6ABC6F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9B2417-3A8B-40C8-8DE6-708BCD299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A91BA4-49DB-45A5-806D-9300252C1B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BB9F6-A408-4EB0-9B33-6B405B8570C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268CC5-EB93-4B69-9374-DECD44F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8D83EB-9B0F-412D-95F8-400388818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7C450-C584-44AE-A4AB-E212C3FBA5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72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DBDB0-000A-40E1-84E4-7BD831188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716" y="2698030"/>
            <a:ext cx="10336567" cy="14619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РАЗРАБОТКА ИНФОРМАЦИОННОЙ СИСТЕМЫ</a:t>
            </a:r>
            <a:br>
              <a:rPr lang="ru-RU" sz="3600" b="1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</a:b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ВИТРИНЫ КАЧЕСТВА МЕТАЛЛА</a:t>
            </a:r>
            <a:endParaRPr lang="ru-RU" sz="3600" b="1" dirty="0">
              <a:solidFill>
                <a:schemeClr val="accent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E00119-B2CE-4C44-BF23-884861677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514" y="4440774"/>
            <a:ext cx="4515141" cy="2133761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1800" dirty="0">
                <a:latin typeface="Candara" panose="020E0502030303020204" pitchFamily="34" charset="0"/>
              </a:rPr>
              <a:t>Выполнила студентка группы Б1-ИФСТ-42</a:t>
            </a:r>
          </a:p>
          <a:p>
            <a:pPr algn="l">
              <a:lnSpc>
                <a:spcPct val="100000"/>
              </a:lnSpc>
            </a:pPr>
            <a:r>
              <a:rPr lang="ru-RU" sz="1800" dirty="0">
                <a:latin typeface="Candara" panose="020E0502030303020204" pitchFamily="34" charset="0"/>
              </a:rPr>
              <a:t>Парамонова Анна Сергеевна</a:t>
            </a:r>
          </a:p>
          <a:p>
            <a:pPr algn="l">
              <a:lnSpc>
                <a:spcPct val="100000"/>
              </a:lnSpc>
            </a:pPr>
            <a:r>
              <a:rPr lang="ru-RU" sz="1800" dirty="0">
                <a:latin typeface="Candara" panose="020E0502030303020204" pitchFamily="34" charset="0"/>
              </a:rPr>
              <a:t>Руководитель ВКР: </a:t>
            </a:r>
          </a:p>
          <a:p>
            <a:pPr algn="l">
              <a:lnSpc>
                <a:spcPct val="100000"/>
              </a:lnSpc>
            </a:pPr>
            <a:r>
              <a:rPr lang="ru-RU" sz="1800" dirty="0">
                <a:latin typeface="Candara" panose="020E0502030303020204" pitchFamily="34" charset="0"/>
              </a:rPr>
              <a:t>Доцент кафедры ПИТ, к.т.н.</a:t>
            </a:r>
          </a:p>
          <a:p>
            <a:pPr algn="l">
              <a:lnSpc>
                <a:spcPct val="100000"/>
              </a:lnSpc>
            </a:pPr>
            <a:r>
              <a:rPr lang="ru-RU" sz="1800" dirty="0">
                <a:latin typeface="Candara" panose="020E0502030303020204" pitchFamily="34" charset="0"/>
              </a:rPr>
              <a:t>Ермаков Александр Вадимович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99B3E-46B5-4876-A100-FB148CBB0DE7}"/>
              </a:ext>
            </a:extLst>
          </p:cNvPr>
          <p:cNvSpPr txBox="1"/>
          <p:nvPr/>
        </p:nvSpPr>
        <p:spPr>
          <a:xfrm>
            <a:off x="159391" y="670023"/>
            <a:ext cx="11841946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5200"/>
            </a:pPr>
            <a:r>
              <a:rPr lang="ru-RU" dirty="0">
                <a:solidFill>
                  <a:schemeClr val="dk1"/>
                </a:solidFill>
                <a:latin typeface="Candara" panose="020E0502030303020204" pitchFamily="34" charset="0"/>
                <a:ea typeface="Comfortaa"/>
                <a:cs typeface="Comfortaa"/>
                <a:sym typeface="Comfortaa"/>
              </a:rPr>
              <a:t>ФЕДЕРАЛЬНОЕ ГОСУДАРСТВЕННОЕ БЮДЖЕТНОЕ ОБРАЗОВАТЕЛЬНОЕ УЧРЕЖДЕНИЕ ВЫСШЕГО ОБРАЗОВАНИЯ </a:t>
            </a:r>
            <a:endParaRPr lang="ru-RU" dirty="0">
              <a:latin typeface="Candara" panose="020E0502030303020204" pitchFamily="34" charset="0"/>
              <a:ea typeface="Comfortaa"/>
              <a:cs typeface="Comfortaa"/>
              <a:sym typeface="Comfortaa"/>
            </a:endParaRPr>
          </a:p>
          <a:p>
            <a:pPr lvl="0" algn="ctr">
              <a:buClr>
                <a:schemeClr val="dk1"/>
              </a:buClr>
              <a:buSzPts val="5200"/>
            </a:pPr>
            <a:r>
              <a:rPr lang="ru-RU" dirty="0">
                <a:solidFill>
                  <a:schemeClr val="dk1"/>
                </a:solidFill>
                <a:latin typeface="Candara" panose="020E0502030303020204" pitchFamily="34" charset="0"/>
                <a:ea typeface="Comfortaa"/>
                <a:cs typeface="Comfortaa"/>
                <a:sym typeface="Comfortaa"/>
              </a:rPr>
              <a:t>«САРАТОВСКИЙ ГОСУДАРСТВЕННЫЙ ТЕХНИЧЕСКИЙ УНИВЕРСИТЕТ ИМЕНИ ГАГАРИНА Ю.А.»</a:t>
            </a:r>
          </a:p>
          <a:p>
            <a:pPr lvl="0" algn="ctr">
              <a:buClr>
                <a:schemeClr val="dk1"/>
              </a:buClr>
              <a:buSzPts val="5200"/>
            </a:pPr>
            <a:endParaRPr lang="ru-RU" sz="800" dirty="0">
              <a:latin typeface="Candara" panose="020E0502030303020204" pitchFamily="34" charset="0"/>
              <a:ea typeface="Comfortaa"/>
              <a:cs typeface="Comfortaa"/>
              <a:sym typeface="Comfortaa"/>
            </a:endParaRPr>
          </a:p>
          <a:p>
            <a:pPr indent="450215" algn="ctr">
              <a:spcAft>
                <a:spcPts val="1000"/>
              </a:spcAft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</a:tabLst>
            </a:pPr>
            <a:r>
              <a:rPr lang="ru-RU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ndara" panose="020E0502030303020204" pitchFamily="34" charset="0"/>
                <a:ea typeface="Arial Unicode MS"/>
                <a:cs typeface="Arial Unicode MS"/>
              </a:rPr>
              <a:t>Институт прикладных информационных технологий и коммуникаций</a:t>
            </a:r>
          </a:p>
          <a:p>
            <a:pPr indent="450215" algn="ctr">
              <a:spcAft>
                <a:spcPts val="1000"/>
              </a:spcAft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</a:tabLst>
            </a:pPr>
            <a:r>
              <a:rPr lang="ru-RU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ndara" panose="020E0502030303020204" pitchFamily="34" charset="0"/>
                <a:ea typeface="Arial Unicode MS"/>
                <a:cs typeface="Arial Unicode MS"/>
              </a:rPr>
              <a:t>Кафедра Прикладные информационные технологии</a:t>
            </a:r>
            <a:r>
              <a:rPr lang="en-US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ndara" panose="020E0502030303020204" pitchFamily="34" charset="0"/>
                <a:ea typeface="Arial Unicode MS"/>
                <a:cs typeface="Arial Unicode MS"/>
              </a:rPr>
              <a:t> </a:t>
            </a:r>
            <a:endParaRPr lang="ru-RU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ndara" panose="020E0502030303020204" pitchFamily="34" charset="0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643321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4B28FD7-857A-4631-B7D4-68530321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447"/>
            <a:ext cx="10515600" cy="582877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АКТУАЛЬНОСТЬ</a:t>
            </a:r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035B6BA2-FBA3-4A5B-8A4C-43A72D1658E8}"/>
              </a:ext>
            </a:extLst>
          </p:cNvPr>
          <p:cNvSpPr txBox="1">
            <a:spLocks/>
          </p:cNvSpPr>
          <p:nvPr/>
        </p:nvSpPr>
        <p:spPr>
          <a:xfrm>
            <a:off x="838200" y="4594931"/>
            <a:ext cx="10984345" cy="2039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8FF185-3675-41BE-A260-8D90F935E5A4}"/>
              </a:ext>
            </a:extLst>
          </p:cNvPr>
          <p:cNvSpPr/>
          <p:nvPr/>
        </p:nvSpPr>
        <p:spPr>
          <a:xfrm>
            <a:off x="838200" y="1557082"/>
            <a:ext cx="1051560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a typeface="Arial Unicode MS"/>
              </a:rPr>
              <a:t>Предметная область</a:t>
            </a:r>
          </a:p>
          <a:p>
            <a:pPr>
              <a:spcAft>
                <a:spcPts val="0"/>
              </a:spcAft>
            </a:pPr>
            <a:r>
              <a:rPr lang="ru-RU" sz="2000" dirty="0"/>
              <a:t>Управление качеством металлопродукции на крупном промышленном предприятии – это одна из наиболее актуальных задач цифровизации в металлургии сегодня.</a:t>
            </a:r>
          </a:p>
          <a:p>
            <a:pPr>
              <a:spcAft>
                <a:spcPts val="0"/>
              </a:spcAft>
            </a:pPr>
            <a:endParaRPr lang="ru-RU" sz="2000" dirty="0"/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a typeface="Arial Unicode MS"/>
              </a:rPr>
              <a:t>На разных этапах производства применяются собственные информационные системы: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a typeface="Arial Unicode MS"/>
              </a:rPr>
              <a:t>Производственные системы (MES, SCADA) </a:t>
            </a:r>
          </a:p>
          <a:p>
            <a:r>
              <a:rPr lang="ru-RU" sz="2000" dirty="0">
                <a:solidFill>
                  <a:srgbClr val="000000"/>
                </a:solidFill>
                <a:ea typeface="Arial Unicode MS"/>
              </a:rPr>
              <a:t>	– для мониторинга технологических параметров в реальном времени;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a typeface="Arial Unicode MS"/>
              </a:rPr>
              <a:t>Лабораторные системы (LIMS) </a:t>
            </a:r>
          </a:p>
          <a:p>
            <a:pPr lvl="0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ea typeface="Arial Unicode MS"/>
              </a:rPr>
              <a:t>	– для анализа проб и регистрации результатов испытаний.</a:t>
            </a:r>
          </a:p>
          <a:p>
            <a:pPr lvl="0">
              <a:spcAft>
                <a:spcPts val="0"/>
              </a:spcAft>
            </a:pPr>
            <a:endParaRPr lang="ru-RU" dirty="0">
              <a:solidFill>
                <a:srgbClr val="000000"/>
              </a:solidFill>
              <a:ea typeface="Arial Unicode MS"/>
            </a:endParaRP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Проблематика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anose="02020603050405020304" pitchFamily="18" charset="0"/>
              </a:rPr>
              <a:t>Данные о партиях металла хранятся в разных системах без централизованного доступа;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anose="02020603050405020304" pitchFamily="18" charset="0"/>
              </a:rPr>
              <a:t>Необходимость в оперативности принятия решений.</a:t>
            </a:r>
            <a:endParaRPr lang="ru-RU" sz="2000" dirty="0">
              <a:solidFill>
                <a:srgbClr val="000000"/>
              </a:solidFill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8667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4B28FD7-857A-4631-B7D4-68530321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1113"/>
            <a:ext cx="10515600" cy="452195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ЦЕЛЬ И ЗАДАЧИ</a:t>
            </a:r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035B6BA2-FBA3-4A5B-8A4C-43A72D1658E8}"/>
              </a:ext>
            </a:extLst>
          </p:cNvPr>
          <p:cNvSpPr txBox="1">
            <a:spLocks/>
          </p:cNvSpPr>
          <p:nvPr/>
        </p:nvSpPr>
        <p:spPr>
          <a:xfrm>
            <a:off x="838199" y="2457508"/>
            <a:ext cx="10515600" cy="592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23E2FF6-9D03-44D7-82C1-CAF049839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134054"/>
              </p:ext>
            </p:extLst>
          </p:nvPr>
        </p:nvGraphicFramePr>
        <p:xfrm>
          <a:off x="838199" y="3429000"/>
          <a:ext cx="10515599" cy="3162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E28571-803F-4E3D-BF6F-0C55193056ED}"/>
              </a:ext>
            </a:extLst>
          </p:cNvPr>
          <p:cNvSpPr/>
          <p:nvPr/>
        </p:nvSpPr>
        <p:spPr>
          <a:xfrm>
            <a:off x="838199" y="1382134"/>
            <a:ext cx="105156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Цель работы</a:t>
            </a:r>
          </a:p>
          <a:p>
            <a:r>
              <a:rPr lang="ru-RU" sz="2000" dirty="0"/>
              <a:t>Разработка информационной системы витрины качества металла, объединяющей информацию из производственных и лабораторных систем, с обеспечением ролевого разграничения доступа, оперативного выявления отклонений и отчетности.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Задачи на разработку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5315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4D10C-76F8-429B-8411-FBE8E03E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533"/>
            <a:ext cx="10515600" cy="516024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СРАВНЕНИЕ АНАЛОГОВ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C5939E2-0608-47D6-9752-F1AA13B30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790960"/>
              </p:ext>
            </p:extLst>
          </p:nvPr>
        </p:nvGraphicFramePr>
        <p:xfrm>
          <a:off x="838202" y="1523080"/>
          <a:ext cx="10515598" cy="4537444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569206">
                  <a:extLst>
                    <a:ext uri="{9D8B030D-6E8A-4147-A177-3AD203B41FA5}">
                      <a16:colId xmlns:a16="http://schemas.microsoft.com/office/drawing/2014/main" val="4146102766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134178823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19865961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003349798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57249604"/>
                    </a:ext>
                  </a:extLst>
                </a:gridCol>
                <a:gridCol w="1743456">
                  <a:extLst>
                    <a:ext uri="{9D8B030D-6E8A-4147-A177-3AD203B41FA5}">
                      <a16:colId xmlns:a16="http://schemas.microsoft.com/office/drawing/2014/main" val="2278799490"/>
                    </a:ext>
                  </a:extLst>
                </a:gridCol>
              </a:tblGrid>
              <a:tr h="7569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Критерий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AVEVA PI </a:t>
                      </a:r>
                      <a:r>
                        <a:rPr lang="ru-RU" sz="1800" b="1" dirty="0" err="1">
                          <a:effectLst/>
                        </a:rPr>
                        <a:t>System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err="1">
                          <a:effectLst/>
                        </a:rPr>
                        <a:t>dataPARC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err="1">
                          <a:effectLst/>
                        </a:rPr>
                        <a:t>Primetals</a:t>
                      </a:r>
                      <a:r>
                        <a:rPr lang="ru-RU" sz="1800" b="1" dirty="0">
                          <a:effectLst/>
                        </a:rPr>
                        <a:t> QS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SMS X-</a:t>
                      </a:r>
                      <a:r>
                        <a:rPr lang="ru-RU" sz="1800" b="1" dirty="0" err="1">
                          <a:effectLst/>
                        </a:rPr>
                        <a:t>Pact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err="1">
                          <a:effectLst/>
                        </a:rPr>
                        <a:t>Siemens</a:t>
                      </a:r>
                      <a:r>
                        <a:rPr lang="ru-RU" sz="1800" b="1" dirty="0">
                          <a:effectLst/>
                        </a:rPr>
                        <a:t> </a:t>
                      </a:r>
                      <a:r>
                        <a:rPr lang="ru-RU" sz="1800" b="1" dirty="0" err="1">
                          <a:effectLst/>
                        </a:rPr>
                        <a:t>Opcenter</a:t>
                      </a:r>
                      <a:r>
                        <a:rPr lang="ru-RU" sz="1800" b="1" dirty="0">
                          <a:effectLst/>
                        </a:rPr>
                        <a:t> </a:t>
                      </a:r>
                      <a:r>
                        <a:rPr lang="ru-RU" sz="1800" b="1" dirty="0" err="1">
                          <a:effectLst/>
                        </a:rPr>
                        <a:t>Quality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690827942"/>
                  </a:ext>
                </a:extLst>
              </a:tr>
              <a:tr h="56185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Интеграция MES+SCADA+LIMS в единый интерфейс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Частично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Частично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Частично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Да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140717963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Ролевые витрины данных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15140954"/>
                  </a:ext>
                </a:extLst>
              </a:tr>
              <a:tr h="56185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Мониторинг отклонений в реальном времени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3141618997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Уведомления об отклонениях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Да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3578090264"/>
                  </a:ext>
                </a:extLst>
              </a:tr>
              <a:tr h="56185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Управление реестром уведомлений о сбоях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3489973249"/>
                  </a:ext>
                </a:extLst>
              </a:tr>
              <a:tr h="56185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Автоматическая генерация PDF-отчётов по партии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Да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3156821711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Адаптация к цветной металлургии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Частично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Частично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Частично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3019754515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Отсутствие санкционных рисков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Нет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461" marR="47461" marT="0" marB="0"/>
                </a:tc>
                <a:extLst>
                  <a:ext uri="{0D108BD9-81ED-4DB2-BD59-A6C34878D82A}">
                    <a16:rowId xmlns:a16="http://schemas.microsoft.com/office/drawing/2014/main" val="3743801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84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E9F3A-D9DF-475C-A2A8-E1FD8004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43" y="704088"/>
            <a:ext cx="10515600" cy="64533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D1C20-F624-4B91-BABB-327A04B01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2143" y="1667637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Candara" panose="020E0502030303020204" pitchFamily="34" charset="0"/>
              </a:rPr>
              <a:t>Система предоставляет следующий базовый набор функций:</a:t>
            </a:r>
          </a:p>
          <a:p>
            <a:pPr lvl="0">
              <a:lnSpc>
                <a:spcPct val="100000"/>
              </a:lnSpc>
            </a:pPr>
            <a:r>
              <a:rPr lang="ru-RU" sz="2000" dirty="0">
                <a:latin typeface="Candara" panose="020E0502030303020204" pitchFamily="34" charset="0"/>
              </a:rPr>
              <a:t>Разграничение доступа с персонализированными интерфейсами в соответствии с ролью пользователя;</a:t>
            </a:r>
          </a:p>
          <a:p>
            <a:pPr lvl="0">
              <a:lnSpc>
                <a:spcPct val="100000"/>
              </a:lnSpc>
            </a:pPr>
            <a:r>
              <a:rPr lang="ru-RU" sz="2000" dirty="0">
                <a:latin typeface="Candara" panose="020E0502030303020204" pitchFamily="34" charset="0"/>
              </a:rPr>
              <a:t>Мониторинг статусов партий металла в режиме реального времени;</a:t>
            </a:r>
          </a:p>
          <a:p>
            <a:pPr lvl="0">
              <a:lnSpc>
                <a:spcPct val="100000"/>
              </a:lnSpc>
            </a:pPr>
            <a:r>
              <a:rPr lang="ru-RU" sz="2000" dirty="0">
                <a:latin typeface="Candara" panose="020E0502030303020204" pitchFamily="34" charset="0"/>
              </a:rPr>
              <a:t>Просмотр детальной информации о конкретной партии с временными метками о смене статусов, производственными и лабораторными данными;</a:t>
            </a:r>
          </a:p>
          <a:p>
            <a:pPr lvl="0">
              <a:lnSpc>
                <a:spcPct val="100000"/>
              </a:lnSpc>
            </a:pPr>
            <a:r>
              <a:rPr lang="ru-RU" sz="2000" dirty="0">
                <a:latin typeface="Candara" panose="020E0502030303020204" pitchFamily="34" charset="0"/>
              </a:rPr>
              <a:t>Обнаружение отклонений показателей SCADA от нормативных порогов при поступлении данных с отправкой уведомления ответственным пользователям;</a:t>
            </a:r>
          </a:p>
          <a:p>
            <a:pPr lvl="0">
              <a:lnSpc>
                <a:spcPct val="100000"/>
              </a:lnSpc>
            </a:pPr>
            <a:r>
              <a:rPr lang="ru-RU" sz="2000" dirty="0">
                <a:latin typeface="Candara" panose="020E0502030303020204" pitchFamily="34" charset="0"/>
              </a:rPr>
              <a:t>Генерация PDF-отчёта по партии металла со сбором данных MES, SCADA и LIMS, подсчётом количества отклонений от нормы;</a:t>
            </a:r>
          </a:p>
          <a:p>
            <a:pPr lvl="0">
              <a:lnSpc>
                <a:spcPct val="100000"/>
              </a:lnSpc>
            </a:pPr>
            <a:r>
              <a:rPr lang="ru-RU" sz="2000" dirty="0">
                <a:latin typeface="Candara" panose="020E0502030303020204" pitchFamily="34" charset="0"/>
              </a:rPr>
              <a:t>Управление пользователями и ролями в административном разделе системы.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730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EA658-4161-4395-9786-BAE473AD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449"/>
            <a:ext cx="10515600" cy="72452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РОЛИ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0BE132C4-DE8F-4AD0-B48E-C6198C78D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803757"/>
              </p:ext>
            </p:extLst>
          </p:nvPr>
        </p:nvGraphicFramePr>
        <p:xfrm>
          <a:off x="1704975" y="1581150"/>
          <a:ext cx="8782050" cy="4524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339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022DA-1348-4275-A4BE-B4F94FBD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226"/>
            <a:ext cx="10515600" cy="83343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ТЕХНОЛОГИИ РЕАЛИЗАЦИИ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7B09AC5-15C9-4C42-8DBE-F2E965F2B0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222" y="700941"/>
            <a:ext cx="1085863" cy="199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ture background">
            <a:extLst>
              <a:ext uri="{FF2B5EF4-FFF2-40B4-BE49-F238E27FC236}">
                <a16:creationId xmlns:a16="http://schemas.microsoft.com/office/drawing/2014/main" id="{F37DF3E2-1219-47EE-BF57-EADB0A5B6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121" y="3450105"/>
            <a:ext cx="2484089" cy="163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32E8853-60FA-46BC-8756-DE42BBFD2384}"/>
              </a:ext>
            </a:extLst>
          </p:cNvPr>
          <p:cNvSpPr/>
          <p:nvPr/>
        </p:nvSpPr>
        <p:spPr>
          <a:xfrm>
            <a:off x="838200" y="1511686"/>
            <a:ext cx="10515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Серверная часть: </a:t>
            </a:r>
          </a:p>
          <a:p>
            <a:pPr lvl="1"/>
            <a:r>
              <a:rPr lang="ru-RU" sz="2000" dirty="0" err="1">
                <a:solidFill>
                  <a:srgbClr val="0F1115"/>
                </a:solidFill>
              </a:rPr>
              <a:t>Java</a:t>
            </a:r>
            <a:endParaRPr lang="ru-RU" sz="2000" dirty="0">
              <a:solidFill>
                <a:srgbClr val="0F1115"/>
              </a:solidFill>
            </a:endParaRPr>
          </a:p>
          <a:p>
            <a:pPr lvl="1"/>
            <a:r>
              <a:rPr lang="ru-RU" sz="2000" dirty="0" err="1">
                <a:solidFill>
                  <a:srgbClr val="0F1115"/>
                </a:solidFill>
              </a:rPr>
              <a:t>Spring</a:t>
            </a:r>
            <a:r>
              <a:rPr lang="ru-RU" sz="2000" dirty="0">
                <a:solidFill>
                  <a:srgbClr val="0F1115"/>
                </a:solidFill>
              </a:rPr>
              <a:t> </a:t>
            </a:r>
            <a:r>
              <a:rPr lang="ru-RU" sz="2000" dirty="0" err="1">
                <a:solidFill>
                  <a:srgbClr val="0F1115"/>
                </a:solidFill>
              </a:rPr>
              <a:t>Boot</a:t>
            </a:r>
            <a:endParaRPr lang="ru-RU" sz="2000" dirty="0">
              <a:solidFill>
                <a:srgbClr val="0F1115"/>
              </a:solidFill>
            </a:endParaRPr>
          </a:p>
          <a:p>
            <a:pPr lvl="1"/>
            <a:endParaRPr lang="ru-RU" sz="800" dirty="0">
              <a:solidFill>
                <a:srgbClr val="0F1115"/>
              </a:solidFill>
            </a:endParaRP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Клиентская часть: </a:t>
            </a:r>
          </a:p>
          <a:p>
            <a:pPr lvl="1"/>
            <a:r>
              <a:rPr lang="ru-RU" sz="2000" dirty="0" err="1">
                <a:solidFill>
                  <a:srgbClr val="0F1115"/>
                </a:solidFill>
              </a:rPr>
              <a:t>React</a:t>
            </a:r>
            <a:endParaRPr lang="ru-RU" sz="2000" dirty="0">
              <a:solidFill>
                <a:srgbClr val="0F1115"/>
              </a:solidFill>
            </a:endParaRPr>
          </a:p>
          <a:p>
            <a:pPr lvl="1"/>
            <a:endParaRPr lang="ru-RU" sz="800" dirty="0">
              <a:solidFill>
                <a:srgbClr val="0F1115"/>
              </a:solidFill>
            </a:endParaRP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База данных: </a:t>
            </a:r>
          </a:p>
          <a:p>
            <a:pPr lvl="1"/>
            <a:r>
              <a:rPr lang="ru-RU" sz="2000" dirty="0" err="1">
                <a:solidFill>
                  <a:srgbClr val="0F1115"/>
                </a:solidFill>
              </a:rPr>
              <a:t>PostgreSQL</a:t>
            </a:r>
            <a:endParaRPr lang="ru-RU" sz="2000" dirty="0">
              <a:solidFill>
                <a:srgbClr val="0F1115"/>
              </a:solidFill>
            </a:endParaRPr>
          </a:p>
          <a:p>
            <a:pPr lvl="1"/>
            <a:endParaRPr lang="ru-RU" sz="800" dirty="0">
              <a:solidFill>
                <a:srgbClr val="0F1115"/>
              </a:solidFill>
            </a:endParaRP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Взаимодействие и развертывание: </a:t>
            </a:r>
          </a:p>
          <a:p>
            <a:pPr lvl="1"/>
            <a:r>
              <a:rPr lang="ru-RU" sz="2000" dirty="0">
                <a:solidFill>
                  <a:srgbClr val="0F1115"/>
                </a:solidFill>
              </a:rPr>
              <a:t>REST API</a:t>
            </a:r>
          </a:p>
          <a:p>
            <a:pPr lvl="1"/>
            <a:r>
              <a:rPr lang="en-US" sz="2000" dirty="0">
                <a:solidFill>
                  <a:srgbClr val="0F1115"/>
                </a:solidFill>
              </a:rPr>
              <a:t>Apache Kafka</a:t>
            </a:r>
            <a:endParaRPr lang="ru-RU" sz="2000" dirty="0">
              <a:solidFill>
                <a:srgbClr val="0F1115"/>
              </a:solidFill>
            </a:endParaRPr>
          </a:p>
          <a:p>
            <a:pPr lvl="1"/>
            <a:r>
              <a:rPr lang="en-US" sz="2000" dirty="0">
                <a:solidFill>
                  <a:srgbClr val="0F1115"/>
                </a:solidFill>
              </a:rPr>
              <a:t>WebSocket/STOMP</a:t>
            </a:r>
            <a:endParaRPr lang="ru-RU" sz="2000" dirty="0">
              <a:solidFill>
                <a:srgbClr val="0F1115"/>
              </a:solidFill>
            </a:endParaRPr>
          </a:p>
          <a:p>
            <a:pPr lvl="1"/>
            <a:r>
              <a:rPr lang="ru-RU" sz="2000" dirty="0" err="1">
                <a:solidFill>
                  <a:srgbClr val="0F1115"/>
                </a:solidFill>
              </a:rPr>
              <a:t>Docker</a:t>
            </a:r>
            <a:endParaRPr lang="ru-RU" sz="2000" dirty="0">
              <a:solidFill>
                <a:srgbClr val="0F1115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4BBF544-C127-4220-87C5-CF180A022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512" y="3023035"/>
            <a:ext cx="1475616" cy="134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ker: Getting started">
            <a:extLst>
              <a:ext uri="{FF2B5EF4-FFF2-40B4-BE49-F238E27FC236}">
                <a16:creationId xmlns:a16="http://schemas.microsoft.com/office/drawing/2014/main" id="{C50419DC-D0FA-454C-B928-A3963B0B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436" y="4899984"/>
            <a:ext cx="2833443" cy="148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78A57311-67D6-46B9-AAED-2F73C6916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998" y="1702864"/>
            <a:ext cx="1924529" cy="216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pache Kafka - что это и где применяется, основы технологии">
            <a:extLst>
              <a:ext uri="{FF2B5EF4-FFF2-40B4-BE49-F238E27FC236}">
                <a16:creationId xmlns:a16="http://schemas.microsoft.com/office/drawing/2014/main" id="{05715EBE-8CAB-4DF0-98F4-D9E2B848D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959" y="4673523"/>
            <a:ext cx="2427311" cy="121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89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3856C-A931-42A8-8448-F0FC939E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0550"/>
            <a:ext cx="10515600" cy="709613"/>
          </a:xfrm>
        </p:spPr>
        <p:txBody>
          <a:bodyPr/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АРХИТЕКТУРА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5B03D2-A1C9-4B14-B608-419E800A5F4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7324" y="1688570"/>
            <a:ext cx="8337352" cy="45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5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FE203-76DD-461E-803B-F0DC3351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849834" y="2878537"/>
            <a:ext cx="6858001" cy="110092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ДЕКОМПОЗИЦИЯ </a:t>
            </a:r>
            <a:b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ДИАГРАММЫ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IDEF</a:t>
            </a: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424B9B-BD41-48EE-A600-0456F7DF339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631" y="1133078"/>
            <a:ext cx="8998021" cy="4591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708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B1114-2E3C-4ABF-89D4-C103C038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9220" y="3014591"/>
            <a:ext cx="6858000" cy="82882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ДИАГРАММА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IDEF</a:t>
            </a: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407F13-CF02-4CD2-8CE4-16D06570F76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1" y="677235"/>
            <a:ext cx="6967534" cy="55035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5073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226BE-C6AE-45AA-A385-720ADCF4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43994" y="2927957"/>
            <a:ext cx="6858000" cy="1002087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ДИАГРАММА </a:t>
            </a:r>
            <a:b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АКТИВНОСТИ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C05A8F-8E7F-4139-ADBE-394BB8C734C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6050" y="222823"/>
            <a:ext cx="7912221" cy="641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5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43EB-560B-44F4-8826-DC4A8C9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2297"/>
            <a:ext cx="10515600" cy="65275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accent2">
                    <a:lumMod val="50000"/>
                  </a:schemeClr>
                </a:solidFill>
              </a:rPr>
              <a:t>ДЕМОНСТРАЦИЯ ПО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F3424A-9905-483D-8F3B-3E121365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52894">
            <a:off x="8541109" y="3492015"/>
            <a:ext cx="1072188" cy="125657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294167-60A1-412D-81B4-2F8A9E695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4076">
            <a:off x="2452428" y="1690859"/>
            <a:ext cx="1325316" cy="15532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683DB0-B74B-4ED6-B806-8337BA4DAB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8480508" y="2708336"/>
            <a:ext cx="474657" cy="4634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BBC255-75DE-42DB-839A-E7E441A715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8801100" y="2142574"/>
            <a:ext cx="828675" cy="8091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5D3176-6590-4FB1-98C2-F982D4D6B5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2950695" y="3476015"/>
            <a:ext cx="436612" cy="42634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C2F57A9-B2B7-47B3-9A48-51D5C5DD74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3194202" y="3765595"/>
            <a:ext cx="754588" cy="73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8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A3473-441A-43F4-BFA5-DFED76155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8682"/>
            <a:ext cx="9144000" cy="628799"/>
          </a:xfrm>
        </p:spPr>
        <p:txBody>
          <a:bodyPr/>
          <a:lstStyle/>
          <a:p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3BC543-A949-47D2-81C4-FB3B7EDAA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645" y="1562470"/>
            <a:ext cx="10422384" cy="4726847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latin typeface="Candara" panose="020E0502030303020204" pitchFamily="34" charset="0"/>
              </a:rPr>
              <a:t>В рамках ВКР была разработана информационная система витрины качества металла, обеспечивающая актуальную информацию о ходе технологических процессов для партий металла и качестве выпускаемой продукции.</a:t>
            </a:r>
          </a:p>
          <a:p>
            <a:pPr algn="l"/>
            <a:endParaRPr lang="ru-RU" sz="2000" dirty="0">
              <a:latin typeface="Candara" panose="020E0502030303020204" pitchFamily="34" charset="0"/>
            </a:endParaRPr>
          </a:p>
          <a:p>
            <a:pPr algn="l"/>
            <a:r>
              <a:rPr lang="ru-RU" sz="2000" dirty="0">
                <a:latin typeface="Candara" panose="020E0502030303020204" pitchFamily="34" charset="0"/>
              </a:rPr>
              <a:t>Были достигнуты следующие результаты: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Candara" panose="020E0502030303020204" pitchFamily="34" charset="0"/>
              </a:rPr>
              <a:t>Произведен анализ предметной области;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Candara" panose="020E0502030303020204" pitchFamily="34" charset="0"/>
              </a:rPr>
              <a:t>Осуществлен сравнительный анализ существующих аналогов;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Candara" panose="020E0502030303020204" pitchFamily="34" charset="0"/>
              </a:rPr>
              <a:t>Выбраны технологии разработки;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Candara" panose="020E0502030303020204" pitchFamily="34" charset="0"/>
              </a:rPr>
              <a:t>Спроектировано и реализовано ПО.</a:t>
            </a:r>
          </a:p>
          <a:p>
            <a:pPr algn="l"/>
            <a:endParaRPr lang="ru-RU" sz="2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22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1791CC-A90A-4B74-B707-B8F03E226F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6" t="25247" r="28724" b="20425"/>
          <a:stretch/>
        </p:blipFill>
        <p:spPr>
          <a:xfrm>
            <a:off x="3095624" y="1485900"/>
            <a:ext cx="6000750" cy="4941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56469-71C9-4D83-B8E7-B59DF5F1F0AD}"/>
              </a:ext>
            </a:extLst>
          </p:cNvPr>
          <p:cNvSpPr txBox="1"/>
          <p:nvPr/>
        </p:nvSpPr>
        <p:spPr>
          <a:xfrm>
            <a:off x="2519654" y="778014"/>
            <a:ext cx="71526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СПАСИБО ЗА ВНИМАНИЕ!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F2B40B-20A9-4864-807A-D6B3D8BC9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8529722" y="1724845"/>
            <a:ext cx="680953" cy="6649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6321CD-BCA3-497A-BE04-E43F4A5EFC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8143875" y="2272621"/>
            <a:ext cx="466725" cy="4557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0E7ADA-9291-4BF5-AED7-ADCDAA78D4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2479359" y="3724275"/>
            <a:ext cx="730566" cy="7133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5E3F17-669B-4036-B4E9-B1F7CB80BA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51" t="5929" r="7391" b="66186"/>
          <a:stretch/>
        </p:blipFill>
        <p:spPr>
          <a:xfrm>
            <a:off x="4643398" y="5535369"/>
            <a:ext cx="462002" cy="45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204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Другая 2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486</Words>
  <Application>Microsoft Office PowerPoint</Application>
  <PresentationFormat>Широкоэкранный</PresentationFormat>
  <Paragraphs>135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Candara</vt:lpstr>
      <vt:lpstr>Times New Roman</vt:lpstr>
      <vt:lpstr>Тема Office</vt:lpstr>
      <vt:lpstr>РАЗРАБОТКА ИНФОРМАЦИОННОЙ СИСТЕМЫ ВИТРИНЫ КАЧЕСТВА МЕТАЛЛА</vt:lpstr>
      <vt:lpstr>АКТУАЛЬНОСТЬ</vt:lpstr>
      <vt:lpstr>ЦЕЛЬ И ЗАДАЧИ</vt:lpstr>
      <vt:lpstr>СРАВНЕНИЕ АНАЛОГОВ</vt:lpstr>
      <vt:lpstr>ФУНКЦИИ</vt:lpstr>
      <vt:lpstr>РОЛИ</vt:lpstr>
      <vt:lpstr>ТЕХНОЛОГИИ РЕАЛИЗАЦИИ</vt:lpstr>
      <vt:lpstr>АРХИТЕКТУРА</vt:lpstr>
      <vt:lpstr>ДЕКОМПОЗИЦИЯ  ДИАГРАММЫ IDEF0</vt:lpstr>
      <vt:lpstr>ДИАГРАММА IDEF3</vt:lpstr>
      <vt:lpstr>ДИАГРАММА  АКТИВНОСТИ</vt:lpstr>
      <vt:lpstr>ДЕМОНСТРАЦИЯ ПО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витрины качества металла</dc:title>
  <dc:creator>Анна Парамонова</dc:creator>
  <cp:lastModifiedBy>Анна Парамонова</cp:lastModifiedBy>
  <cp:revision>62</cp:revision>
  <dcterms:created xsi:type="dcterms:W3CDTF">2026-06-12T16:03:17Z</dcterms:created>
  <dcterms:modified xsi:type="dcterms:W3CDTF">2026-06-16T16:24:44Z</dcterms:modified>
</cp:coreProperties>
</file>