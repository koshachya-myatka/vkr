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6" r:id="rId2"/>
    <p:sldId id="256" r:id="rId3"/>
    <p:sldId id="268" r:id="rId4"/>
    <p:sldId id="279" r:id="rId5"/>
    <p:sldId id="280" r:id="rId6"/>
    <p:sldId id="267" r:id="rId7"/>
    <p:sldId id="269" r:id="rId8"/>
    <p:sldId id="281" r:id="rId9"/>
    <p:sldId id="284" r:id="rId10"/>
    <p:sldId id="291" r:id="rId11"/>
    <p:sldId id="286" r:id="rId12"/>
    <p:sldId id="290" r:id="rId13"/>
    <p:sldId id="289" r:id="rId14"/>
    <p:sldId id="288" r:id="rId15"/>
    <p:sldId id="287" r:id="rId16"/>
    <p:sldId id="285" r:id="rId17"/>
    <p:sldId id="25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1C1"/>
    <a:srgbClr val="FF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A815BB-FBDA-4D3B-AD80-2E5B3B99086E}" type="doc">
      <dgm:prSet loTypeId="urn:microsoft.com/office/officeart/2005/8/layout/process5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DA917CD9-02F1-477D-B2E9-CDF0C662B495}">
      <dgm:prSet custT="1"/>
      <dgm:spPr/>
      <dgm:t>
        <a:bodyPr/>
        <a:lstStyle/>
        <a:p>
          <a:r>
            <a:rPr lang="ru-RU" sz="1400" dirty="0"/>
            <a:t>Проанализировать предметную область</a:t>
          </a:r>
        </a:p>
      </dgm:t>
    </dgm:pt>
    <dgm:pt modelId="{8C4864E6-A74E-4C13-A43D-7221356F5A72}" type="parTrans" cxnId="{F45A1206-2E76-406A-AA75-8CD9B85EEC13}">
      <dgm:prSet/>
      <dgm:spPr/>
      <dgm:t>
        <a:bodyPr/>
        <a:lstStyle/>
        <a:p>
          <a:endParaRPr lang="ru-RU"/>
        </a:p>
      </dgm:t>
    </dgm:pt>
    <dgm:pt modelId="{E44D29DA-1EE1-417E-9162-2FF4A9A8AC2B}" type="sibTrans" cxnId="{F45A1206-2E76-406A-AA75-8CD9B85EEC13}">
      <dgm:prSet custT="1"/>
      <dgm:spPr/>
      <dgm:t>
        <a:bodyPr/>
        <a:lstStyle/>
        <a:p>
          <a:endParaRPr lang="ru-RU" sz="1400"/>
        </a:p>
      </dgm:t>
    </dgm:pt>
    <dgm:pt modelId="{0B7D3728-01E8-4FB7-98DD-6D8A59D056D7}">
      <dgm:prSet custT="1"/>
      <dgm:spPr/>
      <dgm:t>
        <a:bodyPr/>
        <a:lstStyle/>
        <a:p>
          <a:r>
            <a:rPr lang="ru-RU" sz="1400" dirty="0"/>
            <a:t>Осуществить интеграцию данных</a:t>
          </a:r>
        </a:p>
      </dgm:t>
    </dgm:pt>
    <dgm:pt modelId="{66EF13C1-4FD6-4043-B102-CD92AE8F7084}" type="parTrans" cxnId="{0672CA2E-9A11-4614-A0C7-C34852D9AC46}">
      <dgm:prSet/>
      <dgm:spPr/>
      <dgm:t>
        <a:bodyPr/>
        <a:lstStyle/>
        <a:p>
          <a:endParaRPr lang="ru-RU"/>
        </a:p>
      </dgm:t>
    </dgm:pt>
    <dgm:pt modelId="{C60DFCC1-8181-43FD-A3CF-EE9A0C94284E}" type="sibTrans" cxnId="{0672CA2E-9A11-4614-A0C7-C34852D9AC46}">
      <dgm:prSet custT="1"/>
      <dgm:spPr/>
      <dgm:t>
        <a:bodyPr/>
        <a:lstStyle/>
        <a:p>
          <a:endParaRPr lang="ru-RU" sz="1400"/>
        </a:p>
      </dgm:t>
    </dgm:pt>
    <dgm:pt modelId="{346B0B5E-50E0-4C90-A71A-F3BF3709046E}">
      <dgm:prSet custT="1"/>
      <dgm:spPr/>
      <dgm:t>
        <a:bodyPr/>
        <a:lstStyle/>
        <a:p>
          <a:r>
            <a:rPr lang="ru-RU" sz="1400" dirty="0"/>
            <a:t>Разработать модель данных и БД</a:t>
          </a:r>
        </a:p>
      </dgm:t>
    </dgm:pt>
    <dgm:pt modelId="{8A7B160C-15B7-4BF0-85BA-2FA1B89A0281}" type="parTrans" cxnId="{771F647D-1C72-447F-8F56-18E5EE2606E7}">
      <dgm:prSet/>
      <dgm:spPr/>
      <dgm:t>
        <a:bodyPr/>
        <a:lstStyle/>
        <a:p>
          <a:endParaRPr lang="ru-RU"/>
        </a:p>
      </dgm:t>
    </dgm:pt>
    <dgm:pt modelId="{E2AF6421-7760-45CB-B3E1-3CF7C16D72E0}" type="sibTrans" cxnId="{771F647D-1C72-447F-8F56-18E5EE2606E7}">
      <dgm:prSet custT="1"/>
      <dgm:spPr/>
      <dgm:t>
        <a:bodyPr/>
        <a:lstStyle/>
        <a:p>
          <a:endParaRPr lang="ru-RU" sz="1400"/>
        </a:p>
      </dgm:t>
    </dgm:pt>
    <dgm:pt modelId="{C7F6CF83-957E-49E6-9FB9-544D9F3D07D6}">
      <dgm:prSet custT="1"/>
      <dgm:spPr/>
      <dgm:t>
        <a:bodyPr/>
        <a:lstStyle/>
        <a:p>
          <a:r>
            <a:rPr lang="ru-RU" sz="1400" dirty="0"/>
            <a:t>Создать аналитический модуль</a:t>
          </a:r>
        </a:p>
      </dgm:t>
    </dgm:pt>
    <dgm:pt modelId="{46CE1658-701C-44D5-88D4-D7B64C436DB5}" type="parTrans" cxnId="{5AE6F89B-14FD-42CA-97E3-4160A8744FD6}">
      <dgm:prSet/>
      <dgm:spPr/>
      <dgm:t>
        <a:bodyPr/>
        <a:lstStyle/>
        <a:p>
          <a:endParaRPr lang="ru-RU"/>
        </a:p>
      </dgm:t>
    </dgm:pt>
    <dgm:pt modelId="{F17182CC-E71F-4794-8F37-7D1A2F01284F}" type="sibTrans" cxnId="{5AE6F89B-14FD-42CA-97E3-4160A8744FD6}">
      <dgm:prSet custT="1"/>
      <dgm:spPr/>
      <dgm:t>
        <a:bodyPr/>
        <a:lstStyle/>
        <a:p>
          <a:endParaRPr lang="ru-RU" sz="1400"/>
        </a:p>
      </dgm:t>
    </dgm:pt>
    <dgm:pt modelId="{73E299CC-99E5-4E0F-9A17-3CED8AB9E063}">
      <dgm:prSet custT="1"/>
      <dgm:spPr/>
      <dgm:t>
        <a:bodyPr/>
        <a:lstStyle/>
        <a:p>
          <a:r>
            <a:rPr lang="ru-RU" sz="1400" dirty="0"/>
            <a:t>Реализовать веб-интерфейс для доступа к витрине данных</a:t>
          </a:r>
        </a:p>
      </dgm:t>
    </dgm:pt>
    <dgm:pt modelId="{E267F0FB-D53E-41A3-80CA-2F4DCB70D664}" type="parTrans" cxnId="{E0B29115-7822-40C7-8DE8-D9F211894232}">
      <dgm:prSet/>
      <dgm:spPr/>
      <dgm:t>
        <a:bodyPr/>
        <a:lstStyle/>
        <a:p>
          <a:endParaRPr lang="ru-RU"/>
        </a:p>
      </dgm:t>
    </dgm:pt>
    <dgm:pt modelId="{AA1F1BDE-1961-4891-93E0-8822B53F44FA}" type="sibTrans" cxnId="{E0B29115-7822-40C7-8DE8-D9F211894232}">
      <dgm:prSet/>
      <dgm:spPr/>
      <dgm:t>
        <a:bodyPr/>
        <a:lstStyle/>
        <a:p>
          <a:endParaRPr lang="ru-RU"/>
        </a:p>
      </dgm:t>
    </dgm:pt>
    <dgm:pt modelId="{9591DBB7-341F-48CF-B0A6-85E76EECA625}">
      <dgm:prSet custT="1"/>
      <dgm:spPr/>
      <dgm:t>
        <a:bodyPr/>
        <a:lstStyle/>
        <a:p>
          <a:r>
            <a:rPr lang="ru-RU" sz="1400" dirty="0"/>
            <a:t>Обеспечить безопасность и разграничение ролей</a:t>
          </a:r>
        </a:p>
      </dgm:t>
    </dgm:pt>
    <dgm:pt modelId="{CB212396-CE5A-4140-8D23-16C1832D3489}" type="parTrans" cxnId="{23074C35-63EB-4462-83AA-E5CDD28C72F3}">
      <dgm:prSet/>
      <dgm:spPr/>
      <dgm:t>
        <a:bodyPr/>
        <a:lstStyle/>
        <a:p>
          <a:endParaRPr lang="ru-RU"/>
        </a:p>
      </dgm:t>
    </dgm:pt>
    <dgm:pt modelId="{2062A32C-7C84-48E2-820F-D1A9263BCBD2}" type="sibTrans" cxnId="{23074C35-63EB-4462-83AA-E5CDD28C72F3}">
      <dgm:prSet custT="1"/>
      <dgm:spPr/>
      <dgm:t>
        <a:bodyPr/>
        <a:lstStyle/>
        <a:p>
          <a:endParaRPr lang="ru-RU" sz="1400"/>
        </a:p>
      </dgm:t>
    </dgm:pt>
    <dgm:pt modelId="{2617CFE6-0E73-4E85-B1ED-C7CCFF45ACA1}" type="pres">
      <dgm:prSet presAssocID="{93A815BB-FBDA-4D3B-AD80-2E5B3B99086E}" presName="diagram" presStyleCnt="0">
        <dgm:presLayoutVars>
          <dgm:dir/>
          <dgm:resizeHandles val="exact"/>
        </dgm:presLayoutVars>
      </dgm:prSet>
      <dgm:spPr/>
    </dgm:pt>
    <dgm:pt modelId="{652E9560-0117-4043-974B-C9F69C426233}" type="pres">
      <dgm:prSet presAssocID="{DA917CD9-02F1-477D-B2E9-CDF0C662B495}" presName="node" presStyleLbl="node1" presStyleIdx="0" presStyleCnt="6">
        <dgm:presLayoutVars>
          <dgm:bulletEnabled val="1"/>
        </dgm:presLayoutVars>
      </dgm:prSet>
      <dgm:spPr/>
    </dgm:pt>
    <dgm:pt modelId="{2BD29B13-C108-421F-AFBC-4A130F02D553}" type="pres">
      <dgm:prSet presAssocID="{E44D29DA-1EE1-417E-9162-2FF4A9A8AC2B}" presName="sibTrans" presStyleLbl="sibTrans2D1" presStyleIdx="0" presStyleCnt="5"/>
      <dgm:spPr/>
    </dgm:pt>
    <dgm:pt modelId="{7BC504D7-1D82-484C-AB6D-AB84F6B062DB}" type="pres">
      <dgm:prSet presAssocID="{E44D29DA-1EE1-417E-9162-2FF4A9A8AC2B}" presName="connectorText" presStyleLbl="sibTrans2D1" presStyleIdx="0" presStyleCnt="5"/>
      <dgm:spPr/>
    </dgm:pt>
    <dgm:pt modelId="{8A10F62B-6276-445F-A6DB-4BEC776E9A9E}" type="pres">
      <dgm:prSet presAssocID="{0B7D3728-01E8-4FB7-98DD-6D8A59D056D7}" presName="node" presStyleLbl="node1" presStyleIdx="1" presStyleCnt="6">
        <dgm:presLayoutVars>
          <dgm:bulletEnabled val="1"/>
        </dgm:presLayoutVars>
      </dgm:prSet>
      <dgm:spPr/>
    </dgm:pt>
    <dgm:pt modelId="{C013587D-532B-4EE8-8F0B-8DDA12E879DC}" type="pres">
      <dgm:prSet presAssocID="{C60DFCC1-8181-43FD-A3CF-EE9A0C94284E}" presName="sibTrans" presStyleLbl="sibTrans2D1" presStyleIdx="1" presStyleCnt="5"/>
      <dgm:spPr/>
    </dgm:pt>
    <dgm:pt modelId="{754443F6-3B7E-4616-A0ED-12FC18BBCB2B}" type="pres">
      <dgm:prSet presAssocID="{C60DFCC1-8181-43FD-A3CF-EE9A0C94284E}" presName="connectorText" presStyleLbl="sibTrans2D1" presStyleIdx="1" presStyleCnt="5"/>
      <dgm:spPr/>
    </dgm:pt>
    <dgm:pt modelId="{9BE2BF78-BECE-408F-84D4-58A336A16375}" type="pres">
      <dgm:prSet presAssocID="{9591DBB7-341F-48CF-B0A6-85E76EECA625}" presName="node" presStyleLbl="node1" presStyleIdx="2" presStyleCnt="6">
        <dgm:presLayoutVars>
          <dgm:bulletEnabled val="1"/>
        </dgm:presLayoutVars>
      </dgm:prSet>
      <dgm:spPr/>
    </dgm:pt>
    <dgm:pt modelId="{76607EAA-CDE9-41BF-893F-B6AB1281C07E}" type="pres">
      <dgm:prSet presAssocID="{2062A32C-7C84-48E2-820F-D1A9263BCBD2}" presName="sibTrans" presStyleLbl="sibTrans2D1" presStyleIdx="2" presStyleCnt="5"/>
      <dgm:spPr/>
    </dgm:pt>
    <dgm:pt modelId="{5CA109D5-DB77-42AF-8273-6E2F85A86EA3}" type="pres">
      <dgm:prSet presAssocID="{2062A32C-7C84-48E2-820F-D1A9263BCBD2}" presName="connectorText" presStyleLbl="sibTrans2D1" presStyleIdx="2" presStyleCnt="5"/>
      <dgm:spPr/>
    </dgm:pt>
    <dgm:pt modelId="{3E5E2562-CE40-4B2C-BB79-969ADBDFBAF8}" type="pres">
      <dgm:prSet presAssocID="{346B0B5E-50E0-4C90-A71A-F3BF3709046E}" presName="node" presStyleLbl="node1" presStyleIdx="3" presStyleCnt="6">
        <dgm:presLayoutVars>
          <dgm:bulletEnabled val="1"/>
        </dgm:presLayoutVars>
      </dgm:prSet>
      <dgm:spPr/>
    </dgm:pt>
    <dgm:pt modelId="{0C108A3F-843D-4D1B-9BA6-D31ED971F87C}" type="pres">
      <dgm:prSet presAssocID="{E2AF6421-7760-45CB-B3E1-3CF7C16D72E0}" presName="sibTrans" presStyleLbl="sibTrans2D1" presStyleIdx="3" presStyleCnt="5"/>
      <dgm:spPr/>
    </dgm:pt>
    <dgm:pt modelId="{5D029A51-DAD4-4A44-9A90-3C5AF38816A3}" type="pres">
      <dgm:prSet presAssocID="{E2AF6421-7760-45CB-B3E1-3CF7C16D72E0}" presName="connectorText" presStyleLbl="sibTrans2D1" presStyleIdx="3" presStyleCnt="5"/>
      <dgm:spPr/>
    </dgm:pt>
    <dgm:pt modelId="{316F8855-8484-4C8F-AEE5-4DFF77993B10}" type="pres">
      <dgm:prSet presAssocID="{C7F6CF83-957E-49E6-9FB9-544D9F3D07D6}" presName="node" presStyleLbl="node1" presStyleIdx="4" presStyleCnt="6">
        <dgm:presLayoutVars>
          <dgm:bulletEnabled val="1"/>
        </dgm:presLayoutVars>
      </dgm:prSet>
      <dgm:spPr/>
    </dgm:pt>
    <dgm:pt modelId="{E7788809-BE23-495F-B211-3363A58B4D01}" type="pres">
      <dgm:prSet presAssocID="{F17182CC-E71F-4794-8F37-7D1A2F01284F}" presName="sibTrans" presStyleLbl="sibTrans2D1" presStyleIdx="4" presStyleCnt="5"/>
      <dgm:spPr/>
    </dgm:pt>
    <dgm:pt modelId="{90645371-B57A-4177-AF99-0038F5D6B4E4}" type="pres">
      <dgm:prSet presAssocID="{F17182CC-E71F-4794-8F37-7D1A2F01284F}" presName="connectorText" presStyleLbl="sibTrans2D1" presStyleIdx="4" presStyleCnt="5"/>
      <dgm:spPr/>
    </dgm:pt>
    <dgm:pt modelId="{2344379F-636E-45BB-81B1-FB76B718FC22}" type="pres">
      <dgm:prSet presAssocID="{73E299CC-99E5-4E0F-9A17-3CED8AB9E063}" presName="node" presStyleLbl="node1" presStyleIdx="5" presStyleCnt="6">
        <dgm:presLayoutVars>
          <dgm:bulletEnabled val="1"/>
        </dgm:presLayoutVars>
      </dgm:prSet>
      <dgm:spPr/>
    </dgm:pt>
  </dgm:ptLst>
  <dgm:cxnLst>
    <dgm:cxn modelId="{280AB805-3D57-47D8-8271-8BCDC95078EA}" type="presOf" srcId="{9591DBB7-341F-48CF-B0A6-85E76EECA625}" destId="{9BE2BF78-BECE-408F-84D4-58A336A16375}" srcOrd="0" destOrd="0" presId="urn:microsoft.com/office/officeart/2005/8/layout/process5"/>
    <dgm:cxn modelId="{F45A1206-2E76-406A-AA75-8CD9B85EEC13}" srcId="{93A815BB-FBDA-4D3B-AD80-2E5B3B99086E}" destId="{DA917CD9-02F1-477D-B2E9-CDF0C662B495}" srcOrd="0" destOrd="0" parTransId="{8C4864E6-A74E-4C13-A43D-7221356F5A72}" sibTransId="{E44D29DA-1EE1-417E-9162-2FF4A9A8AC2B}"/>
    <dgm:cxn modelId="{E0B29115-7822-40C7-8DE8-D9F211894232}" srcId="{93A815BB-FBDA-4D3B-AD80-2E5B3B99086E}" destId="{73E299CC-99E5-4E0F-9A17-3CED8AB9E063}" srcOrd="5" destOrd="0" parTransId="{E267F0FB-D53E-41A3-80CA-2F4DCB70D664}" sibTransId="{AA1F1BDE-1961-4891-93E0-8822B53F44FA}"/>
    <dgm:cxn modelId="{FC4B8818-B409-4E64-821D-6E61E62653DA}" type="presOf" srcId="{C60DFCC1-8181-43FD-A3CF-EE9A0C94284E}" destId="{C013587D-532B-4EE8-8F0B-8DDA12E879DC}" srcOrd="0" destOrd="0" presId="urn:microsoft.com/office/officeart/2005/8/layout/process5"/>
    <dgm:cxn modelId="{D4ED0A1A-0775-4810-80CC-928E7EA6EAC0}" type="presOf" srcId="{E44D29DA-1EE1-417E-9162-2FF4A9A8AC2B}" destId="{2BD29B13-C108-421F-AFBC-4A130F02D553}" srcOrd="0" destOrd="0" presId="urn:microsoft.com/office/officeart/2005/8/layout/process5"/>
    <dgm:cxn modelId="{0672CA2E-9A11-4614-A0C7-C34852D9AC46}" srcId="{93A815BB-FBDA-4D3B-AD80-2E5B3B99086E}" destId="{0B7D3728-01E8-4FB7-98DD-6D8A59D056D7}" srcOrd="1" destOrd="0" parTransId="{66EF13C1-4FD6-4043-B102-CD92AE8F7084}" sibTransId="{C60DFCC1-8181-43FD-A3CF-EE9A0C94284E}"/>
    <dgm:cxn modelId="{23074C35-63EB-4462-83AA-E5CDD28C72F3}" srcId="{93A815BB-FBDA-4D3B-AD80-2E5B3B99086E}" destId="{9591DBB7-341F-48CF-B0A6-85E76EECA625}" srcOrd="2" destOrd="0" parTransId="{CB212396-CE5A-4140-8D23-16C1832D3489}" sibTransId="{2062A32C-7C84-48E2-820F-D1A9263BCBD2}"/>
    <dgm:cxn modelId="{1C732239-5370-422F-A9CB-35A7AEB76811}" type="presOf" srcId="{C7F6CF83-957E-49E6-9FB9-544D9F3D07D6}" destId="{316F8855-8484-4C8F-AEE5-4DFF77993B10}" srcOrd="0" destOrd="0" presId="urn:microsoft.com/office/officeart/2005/8/layout/process5"/>
    <dgm:cxn modelId="{5E8CC13E-503C-4759-8547-34666B469723}" type="presOf" srcId="{346B0B5E-50E0-4C90-A71A-F3BF3709046E}" destId="{3E5E2562-CE40-4B2C-BB79-969ADBDFBAF8}" srcOrd="0" destOrd="0" presId="urn:microsoft.com/office/officeart/2005/8/layout/process5"/>
    <dgm:cxn modelId="{00D9045D-94CB-47BD-A9A4-55B1C1D98E7E}" type="presOf" srcId="{E2AF6421-7760-45CB-B3E1-3CF7C16D72E0}" destId="{5D029A51-DAD4-4A44-9A90-3C5AF38816A3}" srcOrd="1" destOrd="0" presId="urn:microsoft.com/office/officeart/2005/8/layout/process5"/>
    <dgm:cxn modelId="{61B7AB69-0AE1-4C71-8BC4-3A4FCC76DAD6}" type="presOf" srcId="{0B7D3728-01E8-4FB7-98DD-6D8A59D056D7}" destId="{8A10F62B-6276-445F-A6DB-4BEC776E9A9E}" srcOrd="0" destOrd="0" presId="urn:microsoft.com/office/officeart/2005/8/layout/process5"/>
    <dgm:cxn modelId="{0D6CAF4D-7896-47AB-B61E-6E5F8BB24B52}" type="presOf" srcId="{F17182CC-E71F-4794-8F37-7D1A2F01284F}" destId="{90645371-B57A-4177-AF99-0038F5D6B4E4}" srcOrd="1" destOrd="0" presId="urn:microsoft.com/office/officeart/2005/8/layout/process5"/>
    <dgm:cxn modelId="{AB20C24F-525F-4F64-AC19-AC1B11181500}" type="presOf" srcId="{E2AF6421-7760-45CB-B3E1-3CF7C16D72E0}" destId="{0C108A3F-843D-4D1B-9BA6-D31ED971F87C}" srcOrd="0" destOrd="0" presId="urn:microsoft.com/office/officeart/2005/8/layout/process5"/>
    <dgm:cxn modelId="{1B2B8454-B9C8-4061-8983-4F53C544CD72}" type="presOf" srcId="{2062A32C-7C84-48E2-820F-D1A9263BCBD2}" destId="{5CA109D5-DB77-42AF-8273-6E2F85A86EA3}" srcOrd="1" destOrd="0" presId="urn:microsoft.com/office/officeart/2005/8/layout/process5"/>
    <dgm:cxn modelId="{604BE079-F114-4621-A884-347E9F9C01DF}" type="presOf" srcId="{73E299CC-99E5-4E0F-9A17-3CED8AB9E063}" destId="{2344379F-636E-45BB-81B1-FB76B718FC22}" srcOrd="0" destOrd="0" presId="urn:microsoft.com/office/officeart/2005/8/layout/process5"/>
    <dgm:cxn modelId="{771F647D-1C72-447F-8F56-18E5EE2606E7}" srcId="{93A815BB-FBDA-4D3B-AD80-2E5B3B99086E}" destId="{346B0B5E-50E0-4C90-A71A-F3BF3709046E}" srcOrd="3" destOrd="0" parTransId="{8A7B160C-15B7-4BF0-85BA-2FA1B89A0281}" sibTransId="{E2AF6421-7760-45CB-B3E1-3CF7C16D72E0}"/>
    <dgm:cxn modelId="{4BB7E987-68DF-4006-9959-A28549ADEB73}" type="presOf" srcId="{2062A32C-7C84-48E2-820F-D1A9263BCBD2}" destId="{76607EAA-CDE9-41BF-893F-B6AB1281C07E}" srcOrd="0" destOrd="0" presId="urn:microsoft.com/office/officeart/2005/8/layout/process5"/>
    <dgm:cxn modelId="{AAFD318D-E72D-4CCC-918E-3B48F249ED4B}" type="presOf" srcId="{DA917CD9-02F1-477D-B2E9-CDF0C662B495}" destId="{652E9560-0117-4043-974B-C9F69C426233}" srcOrd="0" destOrd="0" presId="urn:microsoft.com/office/officeart/2005/8/layout/process5"/>
    <dgm:cxn modelId="{5AE6F89B-14FD-42CA-97E3-4160A8744FD6}" srcId="{93A815BB-FBDA-4D3B-AD80-2E5B3B99086E}" destId="{C7F6CF83-957E-49E6-9FB9-544D9F3D07D6}" srcOrd="4" destOrd="0" parTransId="{46CE1658-701C-44D5-88D4-D7B64C436DB5}" sibTransId="{F17182CC-E71F-4794-8F37-7D1A2F01284F}"/>
    <dgm:cxn modelId="{3C646E9F-12DE-43E3-B1BE-CE2D74A56465}" type="presOf" srcId="{C60DFCC1-8181-43FD-A3CF-EE9A0C94284E}" destId="{754443F6-3B7E-4616-A0ED-12FC18BBCB2B}" srcOrd="1" destOrd="0" presId="urn:microsoft.com/office/officeart/2005/8/layout/process5"/>
    <dgm:cxn modelId="{508225A9-A420-45F2-AA1A-60B363147C9D}" type="presOf" srcId="{93A815BB-FBDA-4D3B-AD80-2E5B3B99086E}" destId="{2617CFE6-0E73-4E85-B1ED-C7CCFF45ACA1}" srcOrd="0" destOrd="0" presId="urn:microsoft.com/office/officeart/2005/8/layout/process5"/>
    <dgm:cxn modelId="{809C27CF-DD1A-47BB-A492-D1A1D5E5D5A0}" type="presOf" srcId="{F17182CC-E71F-4794-8F37-7D1A2F01284F}" destId="{E7788809-BE23-495F-B211-3363A58B4D01}" srcOrd="0" destOrd="0" presId="urn:microsoft.com/office/officeart/2005/8/layout/process5"/>
    <dgm:cxn modelId="{3E671CF2-D5AB-42BB-803A-D071FCB93356}" type="presOf" srcId="{E44D29DA-1EE1-417E-9162-2FF4A9A8AC2B}" destId="{7BC504D7-1D82-484C-AB6D-AB84F6B062DB}" srcOrd="1" destOrd="0" presId="urn:microsoft.com/office/officeart/2005/8/layout/process5"/>
    <dgm:cxn modelId="{EE12FF49-EF65-4D31-A239-96255CD90E1C}" type="presParOf" srcId="{2617CFE6-0E73-4E85-B1ED-C7CCFF45ACA1}" destId="{652E9560-0117-4043-974B-C9F69C426233}" srcOrd="0" destOrd="0" presId="urn:microsoft.com/office/officeart/2005/8/layout/process5"/>
    <dgm:cxn modelId="{A17D21CF-9F5A-4FB0-B80A-DC9183AA6907}" type="presParOf" srcId="{2617CFE6-0E73-4E85-B1ED-C7CCFF45ACA1}" destId="{2BD29B13-C108-421F-AFBC-4A130F02D553}" srcOrd="1" destOrd="0" presId="urn:microsoft.com/office/officeart/2005/8/layout/process5"/>
    <dgm:cxn modelId="{94FE953A-39BA-4C85-8BF3-EAEF9DD829CA}" type="presParOf" srcId="{2BD29B13-C108-421F-AFBC-4A130F02D553}" destId="{7BC504D7-1D82-484C-AB6D-AB84F6B062DB}" srcOrd="0" destOrd="0" presId="urn:microsoft.com/office/officeart/2005/8/layout/process5"/>
    <dgm:cxn modelId="{ABE53A47-A760-4DAA-B861-CB45FFEBD5C2}" type="presParOf" srcId="{2617CFE6-0E73-4E85-B1ED-C7CCFF45ACA1}" destId="{8A10F62B-6276-445F-A6DB-4BEC776E9A9E}" srcOrd="2" destOrd="0" presId="urn:microsoft.com/office/officeart/2005/8/layout/process5"/>
    <dgm:cxn modelId="{D5B4E05F-6040-41AC-AF02-D927B624B7A6}" type="presParOf" srcId="{2617CFE6-0E73-4E85-B1ED-C7CCFF45ACA1}" destId="{C013587D-532B-4EE8-8F0B-8DDA12E879DC}" srcOrd="3" destOrd="0" presId="urn:microsoft.com/office/officeart/2005/8/layout/process5"/>
    <dgm:cxn modelId="{FDC78095-9AA7-4248-B4B2-5023774976F6}" type="presParOf" srcId="{C013587D-532B-4EE8-8F0B-8DDA12E879DC}" destId="{754443F6-3B7E-4616-A0ED-12FC18BBCB2B}" srcOrd="0" destOrd="0" presId="urn:microsoft.com/office/officeart/2005/8/layout/process5"/>
    <dgm:cxn modelId="{24CA09AD-B7BF-4B29-AC7E-A52A88CE68E6}" type="presParOf" srcId="{2617CFE6-0E73-4E85-B1ED-C7CCFF45ACA1}" destId="{9BE2BF78-BECE-408F-84D4-58A336A16375}" srcOrd="4" destOrd="0" presId="urn:microsoft.com/office/officeart/2005/8/layout/process5"/>
    <dgm:cxn modelId="{F372EA1B-C28C-4692-A9ED-04296D9FC572}" type="presParOf" srcId="{2617CFE6-0E73-4E85-B1ED-C7CCFF45ACA1}" destId="{76607EAA-CDE9-41BF-893F-B6AB1281C07E}" srcOrd="5" destOrd="0" presId="urn:microsoft.com/office/officeart/2005/8/layout/process5"/>
    <dgm:cxn modelId="{97A88E96-16F1-46EB-8C9E-9087714CC754}" type="presParOf" srcId="{76607EAA-CDE9-41BF-893F-B6AB1281C07E}" destId="{5CA109D5-DB77-42AF-8273-6E2F85A86EA3}" srcOrd="0" destOrd="0" presId="urn:microsoft.com/office/officeart/2005/8/layout/process5"/>
    <dgm:cxn modelId="{D707F1A6-F985-4E55-91A5-01A1F4BE17BC}" type="presParOf" srcId="{2617CFE6-0E73-4E85-B1ED-C7CCFF45ACA1}" destId="{3E5E2562-CE40-4B2C-BB79-969ADBDFBAF8}" srcOrd="6" destOrd="0" presId="urn:microsoft.com/office/officeart/2005/8/layout/process5"/>
    <dgm:cxn modelId="{74480295-4401-472B-936C-7145A91FEF88}" type="presParOf" srcId="{2617CFE6-0E73-4E85-B1ED-C7CCFF45ACA1}" destId="{0C108A3F-843D-4D1B-9BA6-D31ED971F87C}" srcOrd="7" destOrd="0" presId="urn:microsoft.com/office/officeart/2005/8/layout/process5"/>
    <dgm:cxn modelId="{1D44B324-D0DD-4563-BBA1-8ACB27284AAB}" type="presParOf" srcId="{0C108A3F-843D-4D1B-9BA6-D31ED971F87C}" destId="{5D029A51-DAD4-4A44-9A90-3C5AF38816A3}" srcOrd="0" destOrd="0" presId="urn:microsoft.com/office/officeart/2005/8/layout/process5"/>
    <dgm:cxn modelId="{090394AC-9DFC-4FB4-A95E-12697C597450}" type="presParOf" srcId="{2617CFE6-0E73-4E85-B1ED-C7CCFF45ACA1}" destId="{316F8855-8484-4C8F-AEE5-4DFF77993B10}" srcOrd="8" destOrd="0" presId="urn:microsoft.com/office/officeart/2005/8/layout/process5"/>
    <dgm:cxn modelId="{2648EDF1-F141-4716-957C-2ABB8772D996}" type="presParOf" srcId="{2617CFE6-0E73-4E85-B1ED-C7CCFF45ACA1}" destId="{E7788809-BE23-495F-B211-3363A58B4D01}" srcOrd="9" destOrd="0" presId="urn:microsoft.com/office/officeart/2005/8/layout/process5"/>
    <dgm:cxn modelId="{CEDE8BF1-C64D-4702-ACCA-F0CE6087911D}" type="presParOf" srcId="{E7788809-BE23-495F-B211-3363A58B4D01}" destId="{90645371-B57A-4177-AF99-0038F5D6B4E4}" srcOrd="0" destOrd="0" presId="urn:microsoft.com/office/officeart/2005/8/layout/process5"/>
    <dgm:cxn modelId="{DEF2348E-F4C4-4DF6-B1E7-413686BC3C86}" type="presParOf" srcId="{2617CFE6-0E73-4E85-B1ED-C7CCFF45ACA1}" destId="{2344379F-636E-45BB-81B1-FB76B718FC22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37C33D-8CE0-4413-A5B3-515208507422}" type="doc">
      <dgm:prSet loTypeId="urn:microsoft.com/office/officeart/2005/8/layout/hierarchy4" loCatId="relationship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ru-RU"/>
        </a:p>
      </dgm:t>
    </dgm:pt>
    <dgm:pt modelId="{BE4E43B2-8DC0-427F-92AB-C2CDDFE68145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400" b="1" i="0" dirty="0"/>
            <a:t>Аналитик / Технолог</a:t>
          </a:r>
          <a:endParaRPr lang="ru-RU" sz="2400" dirty="0"/>
        </a:p>
      </dgm:t>
    </dgm:pt>
    <dgm:pt modelId="{ED446963-2E0C-47FA-92A6-CFB11BE8B0E1}" type="parTrans" cxnId="{84363A46-AF45-4A1E-AD34-0A353AFB7CBD}">
      <dgm:prSet/>
      <dgm:spPr/>
      <dgm:t>
        <a:bodyPr/>
        <a:lstStyle/>
        <a:p>
          <a:endParaRPr lang="ru-RU"/>
        </a:p>
      </dgm:t>
    </dgm:pt>
    <dgm:pt modelId="{FDC7D449-9E3C-47FA-919D-CD9957D9E653}" type="sibTrans" cxnId="{84363A46-AF45-4A1E-AD34-0A353AFB7CBD}">
      <dgm:prSet/>
      <dgm:spPr/>
      <dgm:t>
        <a:bodyPr/>
        <a:lstStyle/>
        <a:p>
          <a:endParaRPr lang="ru-RU"/>
        </a:p>
      </dgm:t>
    </dgm:pt>
    <dgm:pt modelId="{3678B069-F54C-475F-8EBD-EDEB722EB4D8}">
      <dgm:prSet custT="1"/>
      <dgm:spPr/>
      <dgm:t>
        <a:bodyPr/>
        <a:lstStyle/>
        <a:p>
          <a:r>
            <a:rPr lang="ru-RU" sz="2400" b="0" i="0" dirty="0"/>
            <a:t>Оперативный анализ, работа с детальными отчетами</a:t>
          </a:r>
          <a:endParaRPr lang="ru-RU" sz="2400" dirty="0"/>
        </a:p>
      </dgm:t>
    </dgm:pt>
    <dgm:pt modelId="{BA6ADD4B-242C-4147-881E-EA3BE84912CF}" type="parTrans" cxnId="{7CA31BEA-9766-42B3-9EEF-D378D6E0B17D}">
      <dgm:prSet/>
      <dgm:spPr/>
      <dgm:t>
        <a:bodyPr/>
        <a:lstStyle/>
        <a:p>
          <a:endParaRPr lang="ru-RU"/>
        </a:p>
      </dgm:t>
    </dgm:pt>
    <dgm:pt modelId="{CCA8CA70-247E-4942-BD46-B7D064F07CAC}" type="sibTrans" cxnId="{7CA31BEA-9766-42B3-9EEF-D378D6E0B17D}">
      <dgm:prSet/>
      <dgm:spPr/>
      <dgm:t>
        <a:bodyPr/>
        <a:lstStyle/>
        <a:p>
          <a:endParaRPr lang="ru-RU"/>
        </a:p>
      </dgm:t>
    </dgm:pt>
    <dgm:pt modelId="{590DD966-38A6-491C-A71A-E05BAE613DF2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400" b="1" i="0" dirty="0"/>
            <a:t>Руководитель / Служба качества</a:t>
          </a:r>
          <a:endParaRPr lang="ru-RU" sz="2400" dirty="0"/>
        </a:p>
      </dgm:t>
    </dgm:pt>
    <dgm:pt modelId="{E4154F7B-75C7-4F42-9871-7F0B70728B1E}" type="parTrans" cxnId="{4EB7C144-B16D-4438-AD39-9DDE1666FC67}">
      <dgm:prSet/>
      <dgm:spPr/>
      <dgm:t>
        <a:bodyPr/>
        <a:lstStyle/>
        <a:p>
          <a:endParaRPr lang="ru-RU"/>
        </a:p>
      </dgm:t>
    </dgm:pt>
    <dgm:pt modelId="{A3B18BF8-CEAF-4550-BB88-BBA5CF89724E}" type="sibTrans" cxnId="{4EB7C144-B16D-4438-AD39-9DDE1666FC67}">
      <dgm:prSet/>
      <dgm:spPr/>
      <dgm:t>
        <a:bodyPr/>
        <a:lstStyle/>
        <a:p>
          <a:endParaRPr lang="ru-RU"/>
        </a:p>
      </dgm:t>
    </dgm:pt>
    <dgm:pt modelId="{072F76DC-CAFD-4F29-8F4F-CB4B95DB6532}">
      <dgm:prSet custT="1"/>
      <dgm:spPr/>
      <dgm:t>
        <a:bodyPr/>
        <a:lstStyle/>
        <a:p>
          <a:r>
            <a:rPr lang="ru-RU" sz="2400" b="0" i="0" dirty="0"/>
            <a:t>Стратегический мониторинг по KPI, принятие управленческих решений</a:t>
          </a:r>
          <a:endParaRPr lang="ru-RU" sz="2400" dirty="0"/>
        </a:p>
      </dgm:t>
    </dgm:pt>
    <dgm:pt modelId="{023577E4-E00C-4303-A6E5-34F4FBFCA199}" type="parTrans" cxnId="{8E8543D3-C8D6-4043-B26D-2F13E04AC193}">
      <dgm:prSet/>
      <dgm:spPr/>
      <dgm:t>
        <a:bodyPr/>
        <a:lstStyle/>
        <a:p>
          <a:endParaRPr lang="ru-RU"/>
        </a:p>
      </dgm:t>
    </dgm:pt>
    <dgm:pt modelId="{64C3A829-48BF-447E-9D01-CE56940CD906}" type="sibTrans" cxnId="{8E8543D3-C8D6-4043-B26D-2F13E04AC193}">
      <dgm:prSet/>
      <dgm:spPr/>
      <dgm:t>
        <a:bodyPr/>
        <a:lstStyle/>
        <a:p>
          <a:endParaRPr lang="ru-RU"/>
        </a:p>
      </dgm:t>
    </dgm:pt>
    <dgm:pt modelId="{44FFD2C9-2A18-4622-B0DA-E41B4CF627C0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2400" b="1" i="0" dirty="0"/>
            <a:t>Администратор</a:t>
          </a:r>
          <a:endParaRPr lang="ru-RU" sz="2400" dirty="0"/>
        </a:p>
      </dgm:t>
    </dgm:pt>
    <dgm:pt modelId="{070E893C-D4CA-4A6F-B3B0-D01086A47A81}" type="parTrans" cxnId="{0B12E14F-735D-4EC8-B766-CD2AE7F51407}">
      <dgm:prSet/>
      <dgm:spPr/>
      <dgm:t>
        <a:bodyPr/>
        <a:lstStyle/>
        <a:p>
          <a:endParaRPr lang="ru-RU"/>
        </a:p>
      </dgm:t>
    </dgm:pt>
    <dgm:pt modelId="{2BE6882A-F298-443F-8D95-B5081E83F3AA}" type="sibTrans" cxnId="{0B12E14F-735D-4EC8-B766-CD2AE7F51407}">
      <dgm:prSet/>
      <dgm:spPr/>
      <dgm:t>
        <a:bodyPr/>
        <a:lstStyle/>
        <a:p>
          <a:endParaRPr lang="ru-RU"/>
        </a:p>
      </dgm:t>
    </dgm:pt>
    <dgm:pt modelId="{DE834EBC-8E7D-40B0-95A9-BFA96D1F6E79}">
      <dgm:prSet custT="1"/>
      <dgm:spPr/>
      <dgm:t>
        <a:bodyPr/>
        <a:lstStyle/>
        <a:p>
          <a:r>
            <a:rPr lang="ru-RU" sz="2400" b="0" i="0" dirty="0"/>
            <a:t>Обеспечение бесперебойной работы, интеграция и безопасность</a:t>
          </a:r>
          <a:endParaRPr lang="ru-RU" sz="2400" dirty="0"/>
        </a:p>
      </dgm:t>
    </dgm:pt>
    <dgm:pt modelId="{C4B4929C-3862-4441-A762-540F8ACB8504}" type="parTrans" cxnId="{A898F681-CADA-4825-9D52-FB45A56E69DE}">
      <dgm:prSet/>
      <dgm:spPr/>
      <dgm:t>
        <a:bodyPr/>
        <a:lstStyle/>
        <a:p>
          <a:endParaRPr lang="ru-RU"/>
        </a:p>
      </dgm:t>
    </dgm:pt>
    <dgm:pt modelId="{0132442A-BB17-4124-80FE-266A8D6C7B49}" type="sibTrans" cxnId="{A898F681-CADA-4825-9D52-FB45A56E69DE}">
      <dgm:prSet/>
      <dgm:spPr/>
      <dgm:t>
        <a:bodyPr/>
        <a:lstStyle/>
        <a:p>
          <a:endParaRPr lang="ru-RU"/>
        </a:p>
      </dgm:t>
    </dgm:pt>
    <dgm:pt modelId="{DF2FD805-26EE-4B6E-8AFE-1E3656F6CE24}" type="pres">
      <dgm:prSet presAssocID="{7C37C33D-8CE0-4413-A5B3-51520850742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9B4E5E5-9D3B-4110-BAEE-A52E51549A44}" type="pres">
      <dgm:prSet presAssocID="{BE4E43B2-8DC0-427F-92AB-C2CDDFE68145}" presName="vertOne" presStyleCnt="0"/>
      <dgm:spPr/>
    </dgm:pt>
    <dgm:pt modelId="{0FB1D82C-C840-49FD-8F32-5C5A2EBBC687}" type="pres">
      <dgm:prSet presAssocID="{BE4E43B2-8DC0-427F-92AB-C2CDDFE68145}" presName="txOne" presStyleLbl="node0" presStyleIdx="0" presStyleCnt="3">
        <dgm:presLayoutVars>
          <dgm:chPref val="3"/>
        </dgm:presLayoutVars>
      </dgm:prSet>
      <dgm:spPr/>
    </dgm:pt>
    <dgm:pt modelId="{4510109A-7722-4477-956E-C3B6557402BD}" type="pres">
      <dgm:prSet presAssocID="{BE4E43B2-8DC0-427F-92AB-C2CDDFE68145}" presName="parTransOne" presStyleCnt="0"/>
      <dgm:spPr/>
    </dgm:pt>
    <dgm:pt modelId="{A562647D-3C26-4B83-B813-78710F59EE7F}" type="pres">
      <dgm:prSet presAssocID="{BE4E43B2-8DC0-427F-92AB-C2CDDFE68145}" presName="horzOne" presStyleCnt="0"/>
      <dgm:spPr/>
    </dgm:pt>
    <dgm:pt modelId="{16BAFCE5-6522-44A6-AC1E-2EBBCA051381}" type="pres">
      <dgm:prSet presAssocID="{3678B069-F54C-475F-8EBD-EDEB722EB4D8}" presName="vertTwo" presStyleCnt="0"/>
      <dgm:spPr/>
    </dgm:pt>
    <dgm:pt modelId="{D4A332A9-899E-41F7-AF5A-CCE7711F381D}" type="pres">
      <dgm:prSet presAssocID="{3678B069-F54C-475F-8EBD-EDEB722EB4D8}" presName="txTwo" presStyleLbl="node2" presStyleIdx="0" presStyleCnt="3">
        <dgm:presLayoutVars>
          <dgm:chPref val="3"/>
        </dgm:presLayoutVars>
      </dgm:prSet>
      <dgm:spPr/>
    </dgm:pt>
    <dgm:pt modelId="{8B7E2A01-0452-4D4E-BC4C-27E1809AE8CD}" type="pres">
      <dgm:prSet presAssocID="{3678B069-F54C-475F-8EBD-EDEB722EB4D8}" presName="horzTwo" presStyleCnt="0"/>
      <dgm:spPr/>
    </dgm:pt>
    <dgm:pt modelId="{266EC477-C5CD-4943-B0A2-489000B60F40}" type="pres">
      <dgm:prSet presAssocID="{FDC7D449-9E3C-47FA-919D-CD9957D9E653}" presName="sibSpaceOne" presStyleCnt="0"/>
      <dgm:spPr/>
    </dgm:pt>
    <dgm:pt modelId="{27C671DE-23F8-443C-9575-9576CC58C6B2}" type="pres">
      <dgm:prSet presAssocID="{590DD966-38A6-491C-A71A-E05BAE613DF2}" presName="vertOne" presStyleCnt="0"/>
      <dgm:spPr/>
    </dgm:pt>
    <dgm:pt modelId="{CC2BF28F-EFAE-4170-9767-2009CB8328D0}" type="pres">
      <dgm:prSet presAssocID="{590DD966-38A6-491C-A71A-E05BAE613DF2}" presName="txOne" presStyleLbl="node0" presStyleIdx="1" presStyleCnt="3">
        <dgm:presLayoutVars>
          <dgm:chPref val="3"/>
        </dgm:presLayoutVars>
      </dgm:prSet>
      <dgm:spPr/>
    </dgm:pt>
    <dgm:pt modelId="{4C97B3C7-6E9A-4A66-8D2C-C9E0941B426C}" type="pres">
      <dgm:prSet presAssocID="{590DD966-38A6-491C-A71A-E05BAE613DF2}" presName="parTransOne" presStyleCnt="0"/>
      <dgm:spPr/>
    </dgm:pt>
    <dgm:pt modelId="{D9464890-27C5-480F-95AE-EB2F7B1E77DA}" type="pres">
      <dgm:prSet presAssocID="{590DD966-38A6-491C-A71A-E05BAE613DF2}" presName="horzOne" presStyleCnt="0"/>
      <dgm:spPr/>
    </dgm:pt>
    <dgm:pt modelId="{2B77BBEE-8769-491E-BA16-1BDF50E7D074}" type="pres">
      <dgm:prSet presAssocID="{072F76DC-CAFD-4F29-8F4F-CB4B95DB6532}" presName="vertTwo" presStyleCnt="0"/>
      <dgm:spPr/>
    </dgm:pt>
    <dgm:pt modelId="{5EDA0103-5948-45DF-8C56-C8AF94623D0D}" type="pres">
      <dgm:prSet presAssocID="{072F76DC-CAFD-4F29-8F4F-CB4B95DB6532}" presName="txTwo" presStyleLbl="node2" presStyleIdx="1" presStyleCnt="3">
        <dgm:presLayoutVars>
          <dgm:chPref val="3"/>
        </dgm:presLayoutVars>
      </dgm:prSet>
      <dgm:spPr/>
    </dgm:pt>
    <dgm:pt modelId="{E8E859A8-3C4C-400A-8D18-A2E411B06407}" type="pres">
      <dgm:prSet presAssocID="{072F76DC-CAFD-4F29-8F4F-CB4B95DB6532}" presName="horzTwo" presStyleCnt="0"/>
      <dgm:spPr/>
    </dgm:pt>
    <dgm:pt modelId="{223D5D36-3F71-4000-B33E-7736708B1C32}" type="pres">
      <dgm:prSet presAssocID="{A3B18BF8-CEAF-4550-BB88-BBA5CF89724E}" presName="sibSpaceOne" presStyleCnt="0"/>
      <dgm:spPr/>
    </dgm:pt>
    <dgm:pt modelId="{95D34B89-9D9C-4B07-95A0-ACD08F8DCD8B}" type="pres">
      <dgm:prSet presAssocID="{44FFD2C9-2A18-4622-B0DA-E41B4CF627C0}" presName="vertOne" presStyleCnt="0"/>
      <dgm:spPr/>
    </dgm:pt>
    <dgm:pt modelId="{0844B3D3-24C1-4FD8-A223-B4A928E4AEE4}" type="pres">
      <dgm:prSet presAssocID="{44FFD2C9-2A18-4622-B0DA-E41B4CF627C0}" presName="txOne" presStyleLbl="node0" presStyleIdx="2" presStyleCnt="3">
        <dgm:presLayoutVars>
          <dgm:chPref val="3"/>
        </dgm:presLayoutVars>
      </dgm:prSet>
      <dgm:spPr/>
    </dgm:pt>
    <dgm:pt modelId="{462EE591-AC1E-4903-9A85-B29080473909}" type="pres">
      <dgm:prSet presAssocID="{44FFD2C9-2A18-4622-B0DA-E41B4CF627C0}" presName="parTransOne" presStyleCnt="0"/>
      <dgm:spPr/>
    </dgm:pt>
    <dgm:pt modelId="{BADD351F-9F42-4E00-994F-A993FF45A168}" type="pres">
      <dgm:prSet presAssocID="{44FFD2C9-2A18-4622-B0DA-E41B4CF627C0}" presName="horzOne" presStyleCnt="0"/>
      <dgm:spPr/>
    </dgm:pt>
    <dgm:pt modelId="{1E0FFA2D-7638-4C88-8E91-049564EEEB60}" type="pres">
      <dgm:prSet presAssocID="{DE834EBC-8E7D-40B0-95A9-BFA96D1F6E79}" presName="vertTwo" presStyleCnt="0"/>
      <dgm:spPr/>
    </dgm:pt>
    <dgm:pt modelId="{A33D0A27-344F-4419-B3B4-7AFBBEA93174}" type="pres">
      <dgm:prSet presAssocID="{DE834EBC-8E7D-40B0-95A9-BFA96D1F6E79}" presName="txTwo" presStyleLbl="node2" presStyleIdx="2" presStyleCnt="3">
        <dgm:presLayoutVars>
          <dgm:chPref val="3"/>
        </dgm:presLayoutVars>
      </dgm:prSet>
      <dgm:spPr/>
    </dgm:pt>
    <dgm:pt modelId="{A3FC8B7C-A3F7-4C4F-9B9F-CDBC3B12410D}" type="pres">
      <dgm:prSet presAssocID="{DE834EBC-8E7D-40B0-95A9-BFA96D1F6E79}" presName="horzTwo" presStyleCnt="0"/>
      <dgm:spPr/>
    </dgm:pt>
  </dgm:ptLst>
  <dgm:cxnLst>
    <dgm:cxn modelId="{19DB3B09-4804-405B-B747-EE78B3DDB303}" type="presOf" srcId="{7C37C33D-8CE0-4413-A5B3-515208507422}" destId="{DF2FD805-26EE-4B6E-8AFE-1E3656F6CE24}" srcOrd="0" destOrd="0" presId="urn:microsoft.com/office/officeart/2005/8/layout/hierarchy4"/>
    <dgm:cxn modelId="{FF99D424-2C4C-4D92-8A54-15EB1001CC28}" type="presOf" srcId="{3678B069-F54C-475F-8EBD-EDEB722EB4D8}" destId="{D4A332A9-899E-41F7-AF5A-CCE7711F381D}" srcOrd="0" destOrd="0" presId="urn:microsoft.com/office/officeart/2005/8/layout/hierarchy4"/>
    <dgm:cxn modelId="{9B30D628-61D2-4D3C-B712-7814ED77C087}" type="presOf" srcId="{590DD966-38A6-491C-A71A-E05BAE613DF2}" destId="{CC2BF28F-EFAE-4170-9767-2009CB8328D0}" srcOrd="0" destOrd="0" presId="urn:microsoft.com/office/officeart/2005/8/layout/hierarchy4"/>
    <dgm:cxn modelId="{4EB7C144-B16D-4438-AD39-9DDE1666FC67}" srcId="{7C37C33D-8CE0-4413-A5B3-515208507422}" destId="{590DD966-38A6-491C-A71A-E05BAE613DF2}" srcOrd="1" destOrd="0" parTransId="{E4154F7B-75C7-4F42-9871-7F0B70728B1E}" sibTransId="{A3B18BF8-CEAF-4550-BB88-BBA5CF89724E}"/>
    <dgm:cxn modelId="{84363A46-AF45-4A1E-AD34-0A353AFB7CBD}" srcId="{7C37C33D-8CE0-4413-A5B3-515208507422}" destId="{BE4E43B2-8DC0-427F-92AB-C2CDDFE68145}" srcOrd="0" destOrd="0" parTransId="{ED446963-2E0C-47FA-92A6-CFB11BE8B0E1}" sibTransId="{FDC7D449-9E3C-47FA-919D-CD9957D9E653}"/>
    <dgm:cxn modelId="{0B12E14F-735D-4EC8-B766-CD2AE7F51407}" srcId="{7C37C33D-8CE0-4413-A5B3-515208507422}" destId="{44FFD2C9-2A18-4622-B0DA-E41B4CF627C0}" srcOrd="2" destOrd="0" parTransId="{070E893C-D4CA-4A6F-B3B0-D01086A47A81}" sibTransId="{2BE6882A-F298-443F-8D95-B5081E83F3AA}"/>
    <dgm:cxn modelId="{A898F681-CADA-4825-9D52-FB45A56E69DE}" srcId="{44FFD2C9-2A18-4622-B0DA-E41B4CF627C0}" destId="{DE834EBC-8E7D-40B0-95A9-BFA96D1F6E79}" srcOrd="0" destOrd="0" parTransId="{C4B4929C-3862-4441-A762-540F8ACB8504}" sibTransId="{0132442A-BB17-4124-80FE-266A8D6C7B49}"/>
    <dgm:cxn modelId="{30ADBECB-49F0-4348-BB0C-1FA5645B489F}" type="presOf" srcId="{072F76DC-CAFD-4F29-8F4F-CB4B95DB6532}" destId="{5EDA0103-5948-45DF-8C56-C8AF94623D0D}" srcOrd="0" destOrd="0" presId="urn:microsoft.com/office/officeart/2005/8/layout/hierarchy4"/>
    <dgm:cxn modelId="{8E8543D3-C8D6-4043-B26D-2F13E04AC193}" srcId="{590DD966-38A6-491C-A71A-E05BAE613DF2}" destId="{072F76DC-CAFD-4F29-8F4F-CB4B95DB6532}" srcOrd="0" destOrd="0" parTransId="{023577E4-E00C-4303-A6E5-34F4FBFCA199}" sibTransId="{64C3A829-48BF-447E-9D01-CE56940CD906}"/>
    <dgm:cxn modelId="{7CA31BEA-9766-42B3-9EEF-D378D6E0B17D}" srcId="{BE4E43B2-8DC0-427F-92AB-C2CDDFE68145}" destId="{3678B069-F54C-475F-8EBD-EDEB722EB4D8}" srcOrd="0" destOrd="0" parTransId="{BA6ADD4B-242C-4147-881E-EA3BE84912CF}" sibTransId="{CCA8CA70-247E-4942-BD46-B7D064F07CAC}"/>
    <dgm:cxn modelId="{14443AED-A0DF-4C6F-910C-F0C559BA7E1A}" type="presOf" srcId="{DE834EBC-8E7D-40B0-95A9-BFA96D1F6E79}" destId="{A33D0A27-344F-4419-B3B4-7AFBBEA93174}" srcOrd="0" destOrd="0" presId="urn:microsoft.com/office/officeart/2005/8/layout/hierarchy4"/>
    <dgm:cxn modelId="{FF9116F7-8CAC-4970-AE4E-387354817086}" type="presOf" srcId="{44FFD2C9-2A18-4622-B0DA-E41B4CF627C0}" destId="{0844B3D3-24C1-4FD8-A223-B4A928E4AEE4}" srcOrd="0" destOrd="0" presId="urn:microsoft.com/office/officeart/2005/8/layout/hierarchy4"/>
    <dgm:cxn modelId="{ADBA3AF7-6ABB-42E6-BDCF-734DF1B9DC01}" type="presOf" srcId="{BE4E43B2-8DC0-427F-92AB-C2CDDFE68145}" destId="{0FB1D82C-C840-49FD-8F32-5C5A2EBBC687}" srcOrd="0" destOrd="0" presId="urn:microsoft.com/office/officeart/2005/8/layout/hierarchy4"/>
    <dgm:cxn modelId="{FE925598-61B7-4DDD-BAF4-EB51FEC2D6AD}" type="presParOf" srcId="{DF2FD805-26EE-4B6E-8AFE-1E3656F6CE24}" destId="{09B4E5E5-9D3B-4110-BAEE-A52E51549A44}" srcOrd="0" destOrd="0" presId="urn:microsoft.com/office/officeart/2005/8/layout/hierarchy4"/>
    <dgm:cxn modelId="{5DE105BD-7F1D-4302-BD98-0B9EBF1624A7}" type="presParOf" srcId="{09B4E5E5-9D3B-4110-BAEE-A52E51549A44}" destId="{0FB1D82C-C840-49FD-8F32-5C5A2EBBC687}" srcOrd="0" destOrd="0" presId="urn:microsoft.com/office/officeart/2005/8/layout/hierarchy4"/>
    <dgm:cxn modelId="{A1475A30-965B-4F47-AC29-418AA65AD80A}" type="presParOf" srcId="{09B4E5E5-9D3B-4110-BAEE-A52E51549A44}" destId="{4510109A-7722-4477-956E-C3B6557402BD}" srcOrd="1" destOrd="0" presId="urn:microsoft.com/office/officeart/2005/8/layout/hierarchy4"/>
    <dgm:cxn modelId="{97C6ABB8-3741-4CAA-A161-9CF62A63A701}" type="presParOf" srcId="{09B4E5E5-9D3B-4110-BAEE-A52E51549A44}" destId="{A562647D-3C26-4B83-B813-78710F59EE7F}" srcOrd="2" destOrd="0" presId="urn:microsoft.com/office/officeart/2005/8/layout/hierarchy4"/>
    <dgm:cxn modelId="{8C7C89B5-51ED-48D4-86B3-CA8D0C1D87FD}" type="presParOf" srcId="{A562647D-3C26-4B83-B813-78710F59EE7F}" destId="{16BAFCE5-6522-44A6-AC1E-2EBBCA051381}" srcOrd="0" destOrd="0" presId="urn:microsoft.com/office/officeart/2005/8/layout/hierarchy4"/>
    <dgm:cxn modelId="{568F5A0E-2881-4177-97DF-43B0A946E199}" type="presParOf" srcId="{16BAFCE5-6522-44A6-AC1E-2EBBCA051381}" destId="{D4A332A9-899E-41F7-AF5A-CCE7711F381D}" srcOrd="0" destOrd="0" presId="urn:microsoft.com/office/officeart/2005/8/layout/hierarchy4"/>
    <dgm:cxn modelId="{E5DC0FE1-C79D-4A3D-9172-6EB0B5A31728}" type="presParOf" srcId="{16BAFCE5-6522-44A6-AC1E-2EBBCA051381}" destId="{8B7E2A01-0452-4D4E-BC4C-27E1809AE8CD}" srcOrd="1" destOrd="0" presId="urn:microsoft.com/office/officeart/2005/8/layout/hierarchy4"/>
    <dgm:cxn modelId="{A6CF9241-5701-4C35-9F16-F116906BBF07}" type="presParOf" srcId="{DF2FD805-26EE-4B6E-8AFE-1E3656F6CE24}" destId="{266EC477-C5CD-4943-B0A2-489000B60F40}" srcOrd="1" destOrd="0" presId="urn:microsoft.com/office/officeart/2005/8/layout/hierarchy4"/>
    <dgm:cxn modelId="{E48A2D67-B690-4A92-B13C-68FD67DE6064}" type="presParOf" srcId="{DF2FD805-26EE-4B6E-8AFE-1E3656F6CE24}" destId="{27C671DE-23F8-443C-9575-9576CC58C6B2}" srcOrd="2" destOrd="0" presId="urn:microsoft.com/office/officeart/2005/8/layout/hierarchy4"/>
    <dgm:cxn modelId="{7066F782-84F0-4870-B718-AC34B5384AA9}" type="presParOf" srcId="{27C671DE-23F8-443C-9575-9576CC58C6B2}" destId="{CC2BF28F-EFAE-4170-9767-2009CB8328D0}" srcOrd="0" destOrd="0" presId="urn:microsoft.com/office/officeart/2005/8/layout/hierarchy4"/>
    <dgm:cxn modelId="{8EC2F285-907B-48ED-BEAA-18D878E09993}" type="presParOf" srcId="{27C671DE-23F8-443C-9575-9576CC58C6B2}" destId="{4C97B3C7-6E9A-4A66-8D2C-C9E0941B426C}" srcOrd="1" destOrd="0" presId="urn:microsoft.com/office/officeart/2005/8/layout/hierarchy4"/>
    <dgm:cxn modelId="{AE0E7ED9-A912-483F-B427-4A22FBF7ECD9}" type="presParOf" srcId="{27C671DE-23F8-443C-9575-9576CC58C6B2}" destId="{D9464890-27C5-480F-95AE-EB2F7B1E77DA}" srcOrd="2" destOrd="0" presId="urn:microsoft.com/office/officeart/2005/8/layout/hierarchy4"/>
    <dgm:cxn modelId="{146AB6F3-2BE9-4E99-B7F0-B1A75C7CE901}" type="presParOf" srcId="{D9464890-27C5-480F-95AE-EB2F7B1E77DA}" destId="{2B77BBEE-8769-491E-BA16-1BDF50E7D074}" srcOrd="0" destOrd="0" presId="urn:microsoft.com/office/officeart/2005/8/layout/hierarchy4"/>
    <dgm:cxn modelId="{E9223B4F-05A0-4FB9-8D86-0F791D6D0B8C}" type="presParOf" srcId="{2B77BBEE-8769-491E-BA16-1BDF50E7D074}" destId="{5EDA0103-5948-45DF-8C56-C8AF94623D0D}" srcOrd="0" destOrd="0" presId="urn:microsoft.com/office/officeart/2005/8/layout/hierarchy4"/>
    <dgm:cxn modelId="{8884D13C-CBBC-4A43-AAD1-2078C9E5AFA7}" type="presParOf" srcId="{2B77BBEE-8769-491E-BA16-1BDF50E7D074}" destId="{E8E859A8-3C4C-400A-8D18-A2E411B06407}" srcOrd="1" destOrd="0" presId="urn:microsoft.com/office/officeart/2005/8/layout/hierarchy4"/>
    <dgm:cxn modelId="{02486A35-2ABF-4DFD-9C5D-3717344D8301}" type="presParOf" srcId="{DF2FD805-26EE-4B6E-8AFE-1E3656F6CE24}" destId="{223D5D36-3F71-4000-B33E-7736708B1C32}" srcOrd="3" destOrd="0" presId="urn:microsoft.com/office/officeart/2005/8/layout/hierarchy4"/>
    <dgm:cxn modelId="{39F04445-5466-4179-B55E-CC21E826A9DD}" type="presParOf" srcId="{DF2FD805-26EE-4B6E-8AFE-1E3656F6CE24}" destId="{95D34B89-9D9C-4B07-95A0-ACD08F8DCD8B}" srcOrd="4" destOrd="0" presId="urn:microsoft.com/office/officeart/2005/8/layout/hierarchy4"/>
    <dgm:cxn modelId="{3C19BD31-BDF0-40E5-A4DC-0DA02A2C5E7F}" type="presParOf" srcId="{95D34B89-9D9C-4B07-95A0-ACD08F8DCD8B}" destId="{0844B3D3-24C1-4FD8-A223-B4A928E4AEE4}" srcOrd="0" destOrd="0" presId="urn:microsoft.com/office/officeart/2005/8/layout/hierarchy4"/>
    <dgm:cxn modelId="{5A8D5279-F206-400A-9DB0-FA70545AF85D}" type="presParOf" srcId="{95D34B89-9D9C-4B07-95A0-ACD08F8DCD8B}" destId="{462EE591-AC1E-4903-9A85-B29080473909}" srcOrd="1" destOrd="0" presId="urn:microsoft.com/office/officeart/2005/8/layout/hierarchy4"/>
    <dgm:cxn modelId="{7EBC81B5-40F3-4ED6-BD96-2ED5DB34B279}" type="presParOf" srcId="{95D34B89-9D9C-4B07-95A0-ACD08F8DCD8B}" destId="{BADD351F-9F42-4E00-994F-A993FF45A168}" srcOrd="2" destOrd="0" presId="urn:microsoft.com/office/officeart/2005/8/layout/hierarchy4"/>
    <dgm:cxn modelId="{2C9163AD-0D55-4839-93C9-8E478EB5441C}" type="presParOf" srcId="{BADD351F-9F42-4E00-994F-A993FF45A168}" destId="{1E0FFA2D-7638-4C88-8E91-049564EEEB60}" srcOrd="0" destOrd="0" presId="urn:microsoft.com/office/officeart/2005/8/layout/hierarchy4"/>
    <dgm:cxn modelId="{FE270DAA-2787-444F-99A0-8D5B5B8A2FB4}" type="presParOf" srcId="{1E0FFA2D-7638-4C88-8E91-049564EEEB60}" destId="{A33D0A27-344F-4419-B3B4-7AFBBEA93174}" srcOrd="0" destOrd="0" presId="urn:microsoft.com/office/officeart/2005/8/layout/hierarchy4"/>
    <dgm:cxn modelId="{5C06ADF2-2824-4978-8146-676E25AA8AC2}" type="presParOf" srcId="{1E0FFA2D-7638-4C88-8E91-049564EEEB60}" destId="{A3FC8B7C-A3F7-4C4F-9B9F-CDBC3B12410D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2E9560-0117-4043-974B-C9F69C426233}">
      <dsp:nvSpPr>
        <dsp:cNvPr id="0" name=""/>
        <dsp:cNvSpPr/>
      </dsp:nvSpPr>
      <dsp:spPr>
        <a:xfrm>
          <a:off x="45891" y="812"/>
          <a:ext cx="2164610" cy="129876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Проанализировать предметную область</a:t>
          </a:r>
        </a:p>
      </dsp:txBody>
      <dsp:txXfrm>
        <a:off x="83931" y="38852"/>
        <a:ext cx="2088530" cy="1222686"/>
      </dsp:txXfrm>
    </dsp:sp>
    <dsp:sp modelId="{2BD29B13-C108-421F-AFBC-4A130F02D553}">
      <dsp:nvSpPr>
        <dsp:cNvPr id="0" name=""/>
        <dsp:cNvSpPr/>
      </dsp:nvSpPr>
      <dsp:spPr>
        <a:xfrm>
          <a:off x="2400987" y="381784"/>
          <a:ext cx="458897" cy="5368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2400987" y="489149"/>
        <a:ext cx="321228" cy="322093"/>
      </dsp:txXfrm>
    </dsp:sp>
    <dsp:sp modelId="{8A10F62B-6276-445F-A6DB-4BEC776E9A9E}">
      <dsp:nvSpPr>
        <dsp:cNvPr id="0" name=""/>
        <dsp:cNvSpPr/>
      </dsp:nvSpPr>
      <dsp:spPr>
        <a:xfrm>
          <a:off x="3076345" y="812"/>
          <a:ext cx="2164610" cy="129876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Осуществить интеграцию данных</a:t>
          </a:r>
        </a:p>
      </dsp:txBody>
      <dsp:txXfrm>
        <a:off x="3114385" y="38852"/>
        <a:ext cx="2088530" cy="1222686"/>
      </dsp:txXfrm>
    </dsp:sp>
    <dsp:sp modelId="{C013587D-532B-4EE8-8F0B-8DDA12E879DC}">
      <dsp:nvSpPr>
        <dsp:cNvPr id="0" name=""/>
        <dsp:cNvSpPr/>
      </dsp:nvSpPr>
      <dsp:spPr>
        <a:xfrm>
          <a:off x="5431441" y="381784"/>
          <a:ext cx="458897" cy="5368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5431441" y="489149"/>
        <a:ext cx="321228" cy="322093"/>
      </dsp:txXfrm>
    </dsp:sp>
    <dsp:sp modelId="{9BE2BF78-BECE-408F-84D4-58A336A16375}">
      <dsp:nvSpPr>
        <dsp:cNvPr id="0" name=""/>
        <dsp:cNvSpPr/>
      </dsp:nvSpPr>
      <dsp:spPr>
        <a:xfrm>
          <a:off x="6106799" y="812"/>
          <a:ext cx="2164610" cy="129876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Обеспечить безопасность и разграничение ролей</a:t>
          </a:r>
        </a:p>
      </dsp:txBody>
      <dsp:txXfrm>
        <a:off x="6144839" y="38852"/>
        <a:ext cx="2088530" cy="1222686"/>
      </dsp:txXfrm>
    </dsp:sp>
    <dsp:sp modelId="{76607EAA-CDE9-41BF-893F-B6AB1281C07E}">
      <dsp:nvSpPr>
        <dsp:cNvPr id="0" name=""/>
        <dsp:cNvSpPr/>
      </dsp:nvSpPr>
      <dsp:spPr>
        <a:xfrm rot="5400000">
          <a:off x="6959655" y="1451101"/>
          <a:ext cx="458897" cy="5368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-5400000">
        <a:off x="7028058" y="1490064"/>
        <a:ext cx="322093" cy="321228"/>
      </dsp:txXfrm>
    </dsp:sp>
    <dsp:sp modelId="{3E5E2562-CE40-4B2C-BB79-969ADBDFBAF8}">
      <dsp:nvSpPr>
        <dsp:cNvPr id="0" name=""/>
        <dsp:cNvSpPr/>
      </dsp:nvSpPr>
      <dsp:spPr>
        <a:xfrm>
          <a:off x="6106799" y="2165423"/>
          <a:ext cx="2164610" cy="129876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Разработать модель данных и БД</a:t>
          </a:r>
        </a:p>
      </dsp:txBody>
      <dsp:txXfrm>
        <a:off x="6144839" y="2203463"/>
        <a:ext cx="2088530" cy="1222686"/>
      </dsp:txXfrm>
    </dsp:sp>
    <dsp:sp modelId="{0C108A3F-843D-4D1B-9BA6-D31ED971F87C}">
      <dsp:nvSpPr>
        <dsp:cNvPr id="0" name=""/>
        <dsp:cNvSpPr/>
      </dsp:nvSpPr>
      <dsp:spPr>
        <a:xfrm rot="10800000">
          <a:off x="5457416" y="2546394"/>
          <a:ext cx="458897" cy="5368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10800000">
        <a:off x="5595085" y="2653759"/>
        <a:ext cx="321228" cy="322093"/>
      </dsp:txXfrm>
    </dsp:sp>
    <dsp:sp modelId="{316F8855-8484-4C8F-AEE5-4DFF77993B10}">
      <dsp:nvSpPr>
        <dsp:cNvPr id="0" name=""/>
        <dsp:cNvSpPr/>
      </dsp:nvSpPr>
      <dsp:spPr>
        <a:xfrm>
          <a:off x="3076345" y="2165423"/>
          <a:ext cx="2164610" cy="129876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Создать аналитический модуль</a:t>
          </a:r>
        </a:p>
      </dsp:txBody>
      <dsp:txXfrm>
        <a:off x="3114385" y="2203463"/>
        <a:ext cx="2088530" cy="1222686"/>
      </dsp:txXfrm>
    </dsp:sp>
    <dsp:sp modelId="{E7788809-BE23-495F-B211-3363A58B4D01}">
      <dsp:nvSpPr>
        <dsp:cNvPr id="0" name=""/>
        <dsp:cNvSpPr/>
      </dsp:nvSpPr>
      <dsp:spPr>
        <a:xfrm rot="10800000">
          <a:off x="2426962" y="2546394"/>
          <a:ext cx="458897" cy="5368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10800000">
        <a:off x="2564631" y="2653759"/>
        <a:ext cx="321228" cy="322093"/>
      </dsp:txXfrm>
    </dsp:sp>
    <dsp:sp modelId="{2344379F-636E-45BB-81B1-FB76B718FC22}">
      <dsp:nvSpPr>
        <dsp:cNvPr id="0" name=""/>
        <dsp:cNvSpPr/>
      </dsp:nvSpPr>
      <dsp:spPr>
        <a:xfrm>
          <a:off x="45891" y="2165423"/>
          <a:ext cx="2164610" cy="129876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Реализовать веб-интерфейс для доступа к витрине данных</a:t>
          </a:r>
        </a:p>
      </dsp:txBody>
      <dsp:txXfrm>
        <a:off x="83931" y="2203463"/>
        <a:ext cx="2088530" cy="12226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1D82C-C840-49FD-8F32-5C5A2EBBC687}">
      <dsp:nvSpPr>
        <dsp:cNvPr id="0" name=""/>
        <dsp:cNvSpPr/>
      </dsp:nvSpPr>
      <dsp:spPr>
        <a:xfrm>
          <a:off x="7784" y="312"/>
          <a:ext cx="3147491" cy="2274274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 dirty="0"/>
            <a:t>Аналитик / Технолог</a:t>
          </a:r>
          <a:endParaRPr lang="ru-RU" sz="2400" kern="1200" dirty="0"/>
        </a:p>
      </dsp:txBody>
      <dsp:txXfrm>
        <a:off x="74395" y="66923"/>
        <a:ext cx="3014269" cy="2141052"/>
      </dsp:txXfrm>
    </dsp:sp>
    <dsp:sp modelId="{D4A332A9-899E-41F7-AF5A-CCE7711F381D}">
      <dsp:nvSpPr>
        <dsp:cNvPr id="0" name=""/>
        <dsp:cNvSpPr/>
      </dsp:nvSpPr>
      <dsp:spPr>
        <a:xfrm>
          <a:off x="7784" y="2552059"/>
          <a:ext cx="3147491" cy="22742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Оперативный анализ, работа с детальными отчетами</a:t>
          </a:r>
          <a:endParaRPr lang="ru-RU" sz="2400" kern="1200" dirty="0"/>
        </a:p>
      </dsp:txBody>
      <dsp:txXfrm>
        <a:off x="74395" y="2618670"/>
        <a:ext cx="3014269" cy="2141052"/>
      </dsp:txXfrm>
    </dsp:sp>
    <dsp:sp modelId="{CC2BF28F-EFAE-4170-9767-2009CB8328D0}">
      <dsp:nvSpPr>
        <dsp:cNvPr id="0" name=""/>
        <dsp:cNvSpPr/>
      </dsp:nvSpPr>
      <dsp:spPr>
        <a:xfrm>
          <a:off x="3684054" y="312"/>
          <a:ext cx="3147491" cy="2274274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 dirty="0"/>
            <a:t>Руководитель / Служба качества</a:t>
          </a:r>
          <a:endParaRPr lang="ru-RU" sz="2400" kern="1200" dirty="0"/>
        </a:p>
      </dsp:txBody>
      <dsp:txXfrm>
        <a:off x="3750665" y="66923"/>
        <a:ext cx="3014269" cy="2141052"/>
      </dsp:txXfrm>
    </dsp:sp>
    <dsp:sp modelId="{5EDA0103-5948-45DF-8C56-C8AF94623D0D}">
      <dsp:nvSpPr>
        <dsp:cNvPr id="0" name=""/>
        <dsp:cNvSpPr/>
      </dsp:nvSpPr>
      <dsp:spPr>
        <a:xfrm>
          <a:off x="3684054" y="2552059"/>
          <a:ext cx="3147491" cy="22742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Стратегический мониторинг по KPI, принятие управленческих решений</a:t>
          </a:r>
          <a:endParaRPr lang="ru-RU" sz="2400" kern="1200" dirty="0"/>
        </a:p>
      </dsp:txBody>
      <dsp:txXfrm>
        <a:off x="3750665" y="2618670"/>
        <a:ext cx="3014269" cy="2141052"/>
      </dsp:txXfrm>
    </dsp:sp>
    <dsp:sp modelId="{0844B3D3-24C1-4FD8-A223-B4A928E4AEE4}">
      <dsp:nvSpPr>
        <dsp:cNvPr id="0" name=""/>
        <dsp:cNvSpPr/>
      </dsp:nvSpPr>
      <dsp:spPr>
        <a:xfrm>
          <a:off x="7360324" y="312"/>
          <a:ext cx="3147491" cy="2274274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 dirty="0"/>
            <a:t>Администратор</a:t>
          </a:r>
          <a:endParaRPr lang="ru-RU" sz="2400" kern="1200" dirty="0"/>
        </a:p>
      </dsp:txBody>
      <dsp:txXfrm>
        <a:off x="7426935" y="66923"/>
        <a:ext cx="3014269" cy="2141052"/>
      </dsp:txXfrm>
    </dsp:sp>
    <dsp:sp modelId="{A33D0A27-344F-4419-B3B4-7AFBBEA93174}">
      <dsp:nvSpPr>
        <dsp:cNvPr id="0" name=""/>
        <dsp:cNvSpPr/>
      </dsp:nvSpPr>
      <dsp:spPr>
        <a:xfrm>
          <a:off x="7360324" y="2552059"/>
          <a:ext cx="3147491" cy="22742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Обеспечение бесперебойной работы, интеграция и безопасность</a:t>
          </a:r>
          <a:endParaRPr lang="ru-RU" sz="2400" kern="1200" dirty="0"/>
        </a:p>
      </dsp:txBody>
      <dsp:txXfrm>
        <a:off x="7426935" y="2618670"/>
        <a:ext cx="3014269" cy="21410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57B18-4361-4916-84AD-66B102CE428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D6A8-27FF-4CA4-ADD4-0BD7A56763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38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57B18-4361-4916-84AD-66B102CE428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D6A8-27FF-4CA4-ADD4-0BD7A56763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11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57B18-4361-4916-84AD-66B102CE428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D6A8-27FF-4CA4-ADD4-0BD7A56763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775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57B18-4361-4916-84AD-66B102CE428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D6A8-27FF-4CA4-ADD4-0BD7A56763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72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57B18-4361-4916-84AD-66B102CE428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D6A8-27FF-4CA4-ADD4-0BD7A56763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50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57B18-4361-4916-84AD-66B102CE428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D6A8-27FF-4CA4-ADD4-0BD7A56763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57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57B18-4361-4916-84AD-66B102CE428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D6A8-27FF-4CA4-ADD4-0BD7A56763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219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57B18-4361-4916-84AD-66B102CE428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D6A8-27FF-4CA4-ADD4-0BD7A56763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03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57B18-4361-4916-84AD-66B102CE428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D6A8-27FF-4CA4-ADD4-0BD7A56763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27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57B18-4361-4916-84AD-66B102CE428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D6A8-27FF-4CA4-ADD4-0BD7A56763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88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57B18-4361-4916-84AD-66B102CE428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D6A8-27FF-4CA4-ADD4-0BD7A56763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92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57B18-4361-4916-84AD-66B102CE428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AD6A8-27FF-4CA4-ADD4-0BD7A56763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910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6DBDB0-000A-40E1-84E4-7BD831188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7716" y="2619987"/>
            <a:ext cx="10336567" cy="146194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3600" b="1" dirty="0">
                <a:solidFill>
                  <a:schemeClr val="accent2">
                    <a:lumMod val="50000"/>
                  </a:schemeClr>
                </a:solidFill>
                <a:ea typeface="Times New Roman" panose="02020603050405020304" pitchFamily="18" charset="0"/>
              </a:rPr>
              <a:t>Разработка информационной системы витрины качества металла</a:t>
            </a:r>
            <a:endParaRPr lang="ru-RU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E00119-B2CE-4C44-BF23-884861677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99090" y="4854253"/>
            <a:ext cx="4515141" cy="1655762"/>
          </a:xfrm>
        </p:spPr>
        <p:txBody>
          <a:bodyPr>
            <a:normAutofit/>
          </a:bodyPr>
          <a:lstStyle/>
          <a:p>
            <a:pPr algn="l"/>
            <a:r>
              <a:rPr lang="ru-RU" sz="1600" dirty="0"/>
              <a:t>Выполнила студентка группы Б1-ИФСТ-42</a:t>
            </a:r>
          </a:p>
          <a:p>
            <a:pPr algn="l"/>
            <a:r>
              <a:rPr lang="ru-RU" sz="1600" dirty="0"/>
              <a:t>Парамонова Анна Сергеевна</a:t>
            </a:r>
          </a:p>
          <a:p>
            <a:pPr algn="l"/>
            <a:r>
              <a:rPr lang="ru-RU" sz="1600" dirty="0"/>
              <a:t>Руководитель ВКР: </a:t>
            </a:r>
          </a:p>
          <a:p>
            <a:pPr algn="l"/>
            <a:r>
              <a:rPr lang="ru-RU" sz="1600" dirty="0"/>
              <a:t>Ермаков Александр Вадимович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99B3E-46B5-4876-A100-FB148CBB0DE7}"/>
              </a:ext>
            </a:extLst>
          </p:cNvPr>
          <p:cNvSpPr txBox="1"/>
          <p:nvPr/>
        </p:nvSpPr>
        <p:spPr>
          <a:xfrm>
            <a:off x="159391" y="670023"/>
            <a:ext cx="11841946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spcAft>
                <a:spcPts val="1000"/>
              </a:spcAft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</a:tabLst>
            </a:pPr>
            <a:r>
              <a:rPr lang="ru-RU" sz="20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j-lt"/>
                <a:ea typeface="Arial Unicode MS"/>
                <a:cs typeface="Arial Unicode MS"/>
              </a:rPr>
              <a:t>Институт </a:t>
            </a:r>
            <a:r>
              <a:rPr lang="ru-RU" sz="2000" u="sng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j-lt"/>
                <a:ea typeface="Arial Unicode MS"/>
                <a:cs typeface="Arial Unicode MS"/>
              </a:rPr>
              <a:t>прикладных информационных технологий и коммуникаций</a:t>
            </a:r>
            <a:endParaRPr lang="ru-RU" sz="20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+mj-lt"/>
              <a:ea typeface="Arial Unicode MS"/>
              <a:cs typeface="Arial Unicode MS"/>
            </a:endParaRPr>
          </a:p>
          <a:p>
            <a:pPr indent="450215" algn="ctr">
              <a:spcAft>
                <a:spcPts val="1000"/>
              </a:spcAft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</a:tabLst>
            </a:pPr>
            <a:r>
              <a:rPr lang="ru-RU" sz="20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j-lt"/>
                <a:ea typeface="Arial Unicode MS"/>
                <a:cs typeface="Arial Unicode MS"/>
              </a:rPr>
              <a:t>Кафедра </a:t>
            </a:r>
            <a:r>
              <a:rPr lang="ru-RU" sz="2000" u="sng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j-lt"/>
                <a:ea typeface="Arial Unicode MS"/>
                <a:cs typeface="Arial Unicode MS"/>
              </a:rPr>
              <a:t>Прикладные информационные технологии</a:t>
            </a:r>
            <a:endParaRPr lang="ru-RU" sz="20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+mj-lt"/>
              <a:ea typeface="Arial Unicode MS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3643321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4B28FD7-857A-4631-B7D4-68530321B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9567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Актуальность</a:t>
            </a:r>
          </a:p>
        </p:txBody>
      </p:sp>
      <p:sp>
        <p:nvSpPr>
          <p:cNvPr id="9" name="Объект 6">
            <a:extLst>
              <a:ext uri="{FF2B5EF4-FFF2-40B4-BE49-F238E27FC236}">
                <a16:creationId xmlns:a16="http://schemas.microsoft.com/office/drawing/2014/main" id="{035B6BA2-FBA3-4A5B-8A4C-43A72D1658E8}"/>
              </a:ext>
            </a:extLst>
          </p:cNvPr>
          <p:cNvSpPr txBox="1">
            <a:spLocks/>
          </p:cNvSpPr>
          <p:nvPr/>
        </p:nvSpPr>
        <p:spPr>
          <a:xfrm>
            <a:off x="838200" y="4594931"/>
            <a:ext cx="10984345" cy="2039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Проблематика</a:t>
            </a:r>
          </a:p>
          <a:p>
            <a:r>
              <a:rPr lang="ru-RU" sz="1800" dirty="0">
                <a:cs typeface="Times New Roman" panose="02020603050405020304" pitchFamily="18" charset="0"/>
              </a:rPr>
              <a:t>Данные о качестве металла хранятся в разных системах без централизованного доступа;</a:t>
            </a:r>
          </a:p>
          <a:p>
            <a:r>
              <a:rPr lang="ru-RU" sz="1800" dirty="0">
                <a:cs typeface="Times New Roman" panose="02020603050405020304" pitchFamily="18" charset="0"/>
              </a:rPr>
              <a:t>Разнородность форматов;</a:t>
            </a:r>
          </a:p>
          <a:p>
            <a:r>
              <a:rPr lang="ru-RU" sz="1800" dirty="0">
                <a:cs typeface="Times New Roman" panose="02020603050405020304" pitchFamily="18" charset="0"/>
              </a:rPr>
              <a:t>Задержки при передаче информации;</a:t>
            </a:r>
          </a:p>
          <a:p>
            <a:r>
              <a:rPr lang="ru-RU" sz="1800" dirty="0">
                <a:cs typeface="Times New Roman" panose="02020603050405020304" pitchFamily="18" charset="0"/>
              </a:rPr>
              <a:t>Отсутствие поддержки принятия решений.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68FF185-3675-41BE-A260-8D90F935E5A4}"/>
              </a:ext>
            </a:extLst>
          </p:cNvPr>
          <p:cNvSpPr/>
          <p:nvPr/>
        </p:nvSpPr>
        <p:spPr>
          <a:xfrm>
            <a:off x="838200" y="677255"/>
            <a:ext cx="10788242" cy="3917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ea typeface="Arial Unicode MS"/>
              </a:rPr>
              <a:t>Предметная область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ru-RU" dirty="0"/>
              <a:t>Управление качеством металлопродукции на крупном промышленном предприятии – это одна из наиболее актуальных задач цифровизации в металлургии сегодня.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a typeface="Arial Unicode MS"/>
              </a:rPr>
              <a:t>На разных этапах производства применяются собственные информационные системы:</a:t>
            </a:r>
          </a:p>
          <a:p>
            <a:pPr marL="285750" lvl="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a typeface="Arial Unicode MS"/>
              </a:rPr>
              <a:t>Лабораторные системы (LIMS) – для анализа проб и регистрации результатов испытаний;</a:t>
            </a:r>
          </a:p>
          <a:p>
            <a:pPr marL="285750" lvl="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a typeface="Arial Unicode MS"/>
              </a:rPr>
              <a:t>Производственные MES/SCADA-системы – для мониторинга технологических параметров в реальном времени;</a:t>
            </a:r>
          </a:p>
          <a:p>
            <a:pPr marL="285750" lvl="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a typeface="Arial Unicode MS"/>
              </a:rPr>
              <a:t>ERP-системы (SAP, 1C и др.) – для учёта, планирования и отчётности.</a:t>
            </a:r>
          </a:p>
        </p:txBody>
      </p:sp>
    </p:spTree>
    <p:extLst>
      <p:ext uri="{BB962C8B-B14F-4D97-AF65-F5344CB8AC3E}">
        <p14:creationId xmlns:p14="http://schemas.microsoft.com/office/powerpoint/2010/main" val="186671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4B28FD7-857A-4631-B7D4-68530321B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1748"/>
            <a:ext cx="10515600" cy="109114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Цель и задачи</a:t>
            </a:r>
          </a:p>
        </p:txBody>
      </p:sp>
      <p:sp>
        <p:nvSpPr>
          <p:cNvPr id="9" name="Объект 6">
            <a:extLst>
              <a:ext uri="{FF2B5EF4-FFF2-40B4-BE49-F238E27FC236}">
                <a16:creationId xmlns:a16="http://schemas.microsoft.com/office/drawing/2014/main" id="{035B6BA2-FBA3-4A5B-8A4C-43A72D1658E8}"/>
              </a:ext>
            </a:extLst>
          </p:cNvPr>
          <p:cNvSpPr txBox="1">
            <a:spLocks/>
          </p:cNvSpPr>
          <p:nvPr/>
        </p:nvSpPr>
        <p:spPr>
          <a:xfrm>
            <a:off x="838199" y="2457508"/>
            <a:ext cx="10515600" cy="592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Задачи для разработки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E23E2FF6-9D03-44D7-82C1-CAF049839D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7558353"/>
              </p:ext>
            </p:extLst>
          </p:nvPr>
        </p:nvGraphicFramePr>
        <p:xfrm>
          <a:off x="1937349" y="2924355"/>
          <a:ext cx="8317301" cy="3465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0E28571-803F-4E3D-BF6F-0C55193056ED}"/>
              </a:ext>
            </a:extLst>
          </p:cNvPr>
          <p:cNvSpPr/>
          <p:nvPr/>
        </p:nvSpPr>
        <p:spPr>
          <a:xfrm>
            <a:off x="838199" y="920838"/>
            <a:ext cx="1093813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Цель работы</a:t>
            </a:r>
          </a:p>
          <a:p>
            <a:r>
              <a:rPr lang="ru-RU" dirty="0"/>
              <a:t>Разработка интегрированной витрины данных о качестве металла, объединяющей информацию из лабораторий, производственных систем, с обеспечением </a:t>
            </a:r>
            <a:r>
              <a:rPr lang="ru-RU" dirty="0" err="1"/>
              <a:t>real-time</a:t>
            </a:r>
            <a:r>
              <a:rPr lang="ru-RU" dirty="0"/>
              <a:t> доступа, аналитики и поддержки принятия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175315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4D10C-76F8-429B-8411-FBE8E03E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6024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Сравнение аналогов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98A4377-0903-4141-9077-054DEE72E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875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41AEE7F-7E12-439C-A2F8-0DF37B5E9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679682"/>
              </p:ext>
            </p:extLst>
          </p:nvPr>
        </p:nvGraphicFramePr>
        <p:xfrm>
          <a:off x="838200" y="1052425"/>
          <a:ext cx="10515600" cy="5522136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6487417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071245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6607555"/>
                    </a:ext>
                  </a:extLst>
                </a:gridCol>
              </a:tblGrid>
              <a:tr h="471928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</a:rPr>
                        <a:t>Система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</a:rPr>
                        <a:t>Достоинства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</a:rPr>
                        <a:t>Недостатки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60571"/>
                  </a:ext>
                </a:extLst>
              </a:tr>
              <a:tr h="1556359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  <a:latin typeface="+mn-lt"/>
                        </a:rPr>
                        <a:t>Промышленные платформы (</a:t>
                      </a:r>
                      <a:r>
                        <a:rPr lang="en-US" sz="1400" b="0" dirty="0">
                          <a:effectLst/>
                          <a:latin typeface="+mn-lt"/>
                        </a:rPr>
                        <a:t>AVEVA PI)</a:t>
                      </a:r>
                      <a:endParaRPr lang="ru-RU" sz="1400" b="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</a:rPr>
                        <a:t>Высокая скорость работы с потоковыми данными, интеграция с промышленными датчиками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</a:rPr>
                        <a:t>Высокая стоимость, сложность адаптации к конкретным металлургическим процессам и данным лабораторий.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181802"/>
                  </a:ext>
                </a:extLst>
              </a:tr>
              <a:tr h="1014681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  <a:latin typeface="+mn-lt"/>
                        </a:rPr>
                        <a:t>Специализированные </a:t>
                      </a:r>
                      <a:r>
                        <a:rPr lang="en-US" sz="1400" b="0" dirty="0">
                          <a:effectLst/>
                          <a:latin typeface="+mn-lt"/>
                        </a:rPr>
                        <a:t>MES (Siemens </a:t>
                      </a:r>
                      <a:r>
                        <a:rPr lang="en-US" sz="1400" b="0" dirty="0" err="1">
                          <a:effectLst/>
                          <a:latin typeface="+mn-lt"/>
                        </a:rPr>
                        <a:t>Opcenter</a:t>
                      </a:r>
                      <a:r>
                        <a:rPr lang="en-US" sz="1400" b="0" dirty="0">
                          <a:effectLst/>
                          <a:latin typeface="+mn-lt"/>
                        </a:rPr>
                        <a:t>)</a:t>
                      </a:r>
                      <a:endParaRPr lang="ru-RU" sz="1400" b="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+mn-lt"/>
                        </a:rPr>
                        <a:t>Мощный модуль анализа качества, интеграция с MES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</a:rPr>
                        <a:t>Требует глубокой и дорогостоящей интеграции в существующий ИТ-ландшафт предприятия.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064597"/>
                  </a:ext>
                </a:extLst>
              </a:tr>
              <a:tr h="1014681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0">
                          <a:effectLst/>
                          <a:latin typeface="+mn-lt"/>
                        </a:rPr>
                        <a:t>SAP QM</a:t>
                      </a:r>
                      <a:endParaRPr lang="ru-RU" sz="1400" b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+mn-lt"/>
                        </a:rPr>
                        <a:t>Встроен в ERP, поддерживает сертификацию и аудит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</a:rPr>
                        <a:t>Не предназначен для оперативного анализа больших объемов производственных и лабораторных данных в реальном времени.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548168"/>
                  </a:ext>
                </a:extLst>
              </a:tr>
              <a:tr h="1014681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  <a:latin typeface="+mn-lt"/>
                        </a:rPr>
                        <a:t>Каталоги данных</a:t>
                      </a:r>
                      <a:endParaRPr lang="ru-RU" sz="1400" b="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+mn-lt"/>
                        </a:rPr>
                        <a:t>Адаптированы под внутренние процессы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</a:rPr>
                        <a:t>Это инфраструктурное решение, а не готовое аналитическое приложение для конечных пользователей.</a:t>
                      </a:r>
                      <a:endParaRPr lang="ru-RU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78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84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E9F3A-D9DF-475C-A2A8-E1FD8004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88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Функции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8D1C20-F624-4B91-BABB-327A04B01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44371"/>
            <a:ext cx="10583487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Система предоставляет следующий базовый набор функций:</a:t>
            </a:r>
          </a:p>
          <a:p>
            <a:r>
              <a:rPr lang="ru-RU" sz="2400" dirty="0"/>
              <a:t>Просмотр детализированных данных по пробам и партиям, анализ отклонений для конкретной партии и металла;</a:t>
            </a:r>
          </a:p>
          <a:p>
            <a:r>
              <a:rPr lang="ru-RU" sz="2400" dirty="0"/>
              <a:t>Формирование отчетов, возможность подписки на получение отчетов по определенному металлу;</a:t>
            </a:r>
          </a:p>
          <a:p>
            <a:r>
              <a:rPr lang="ru-RU" sz="2400" dirty="0"/>
              <a:t>Мониторинг агрегированных KPI качества в реальном времени, работа с интерактивными </a:t>
            </a:r>
            <a:r>
              <a:rPr lang="ru-RU" sz="2400" dirty="0" err="1"/>
              <a:t>дашбордами</a:t>
            </a:r>
            <a:r>
              <a:rPr lang="ru-RU" sz="2400" dirty="0"/>
              <a:t>;</a:t>
            </a:r>
          </a:p>
          <a:p>
            <a:r>
              <a:rPr lang="ru-RU" sz="2400" dirty="0"/>
              <a:t>Управление источниками данных, настройка прав доступа, мониторинг работы системы.</a:t>
            </a:r>
          </a:p>
          <a:p>
            <a:endParaRPr lang="ru-RU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77309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EA658-4161-4395-9786-BAE473ADB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7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Разбиение функций по ролям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0BE132C4-DE8F-4AD0-B48E-C6198C78D9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754964"/>
              </p:ext>
            </p:extLst>
          </p:nvPr>
        </p:nvGraphicFramePr>
        <p:xfrm>
          <a:off x="838200" y="1332613"/>
          <a:ext cx="10515600" cy="4826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339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022DA-1348-4275-A4BE-B4F94FBD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Технологии реализации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57B09AC5-15C9-4C42-8DBE-F2E965F2B0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002" y="242471"/>
            <a:ext cx="1085863" cy="199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ture background">
            <a:extLst>
              <a:ext uri="{FF2B5EF4-FFF2-40B4-BE49-F238E27FC236}">
                <a16:creationId xmlns:a16="http://schemas.microsoft.com/office/drawing/2014/main" id="{78A57311-67D6-46B9-AAED-2F73C6916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402" y="1671958"/>
            <a:ext cx="1924529" cy="216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icture background">
            <a:extLst>
              <a:ext uri="{FF2B5EF4-FFF2-40B4-BE49-F238E27FC236}">
                <a16:creationId xmlns:a16="http://schemas.microsoft.com/office/drawing/2014/main" id="{F37DF3E2-1219-47EE-BF57-EADB0A5B6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049" y="3470199"/>
            <a:ext cx="2484089" cy="163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32E8853-60FA-46BC-8756-DE42BBFD2384}"/>
              </a:ext>
            </a:extLst>
          </p:cNvPr>
          <p:cNvSpPr/>
          <p:nvPr/>
        </p:nvSpPr>
        <p:spPr>
          <a:xfrm>
            <a:off x="1145958" y="2024153"/>
            <a:ext cx="6096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</a:rPr>
              <a:t> </a:t>
            </a:r>
            <a:r>
              <a:rPr lang="ru-RU" sz="2400" dirty="0" err="1">
                <a:solidFill>
                  <a:srgbClr val="0F1115"/>
                </a:solidFill>
              </a:rPr>
              <a:t>Backend</a:t>
            </a:r>
            <a:r>
              <a:rPr lang="ru-RU" sz="2400" dirty="0">
                <a:solidFill>
                  <a:srgbClr val="0F1115"/>
                </a:solidFill>
              </a:rPr>
              <a:t>: </a:t>
            </a:r>
            <a:r>
              <a:rPr lang="ru-RU" sz="2400" dirty="0" err="1">
                <a:solidFill>
                  <a:srgbClr val="0F1115"/>
                </a:solidFill>
              </a:rPr>
              <a:t>Java</a:t>
            </a:r>
            <a:r>
              <a:rPr lang="ru-RU" sz="2400" dirty="0">
                <a:solidFill>
                  <a:srgbClr val="0F1115"/>
                </a:solidFill>
              </a:rPr>
              <a:t> (</a:t>
            </a:r>
            <a:r>
              <a:rPr lang="ru-RU" sz="2400" dirty="0" err="1">
                <a:solidFill>
                  <a:srgbClr val="0F1115"/>
                </a:solidFill>
              </a:rPr>
              <a:t>Spring</a:t>
            </a:r>
            <a:r>
              <a:rPr lang="ru-RU" sz="2400" dirty="0">
                <a:solidFill>
                  <a:srgbClr val="0F1115"/>
                </a:solidFill>
              </a:rPr>
              <a:t> </a:t>
            </a:r>
            <a:r>
              <a:rPr lang="ru-RU" sz="2400" dirty="0" err="1">
                <a:solidFill>
                  <a:srgbClr val="0F1115"/>
                </a:solidFill>
              </a:rPr>
              <a:t>Boot</a:t>
            </a:r>
            <a:r>
              <a:rPr lang="ru-RU" sz="2400" dirty="0">
                <a:solidFill>
                  <a:srgbClr val="0F1115"/>
                </a:solidFill>
              </a:rPr>
              <a:t>) для основной бизнес-логики и </a:t>
            </a:r>
            <a:r>
              <a:rPr lang="ru-RU" sz="2400" dirty="0" err="1">
                <a:solidFill>
                  <a:srgbClr val="0F1115"/>
                </a:solidFill>
              </a:rPr>
              <a:t>Python</a:t>
            </a:r>
            <a:r>
              <a:rPr lang="ru-RU" sz="2400" dirty="0">
                <a:solidFill>
                  <a:srgbClr val="0F1115"/>
                </a:solidFill>
              </a:rPr>
              <a:t> для аналитических задач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</a:rPr>
              <a:t> </a:t>
            </a:r>
            <a:r>
              <a:rPr lang="ru-RU" sz="2400" dirty="0" err="1">
                <a:solidFill>
                  <a:srgbClr val="0F1115"/>
                </a:solidFill>
              </a:rPr>
              <a:t>Frontend</a:t>
            </a:r>
            <a:r>
              <a:rPr lang="ru-RU" sz="2400" dirty="0">
                <a:solidFill>
                  <a:srgbClr val="0F1115"/>
                </a:solidFill>
              </a:rPr>
              <a:t>: React.js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</a:rPr>
              <a:t> База данных: </a:t>
            </a:r>
            <a:r>
              <a:rPr lang="ru-RU" sz="2400" dirty="0" err="1">
                <a:solidFill>
                  <a:srgbClr val="0F1115"/>
                </a:solidFill>
              </a:rPr>
              <a:t>PostgreSQL</a:t>
            </a:r>
            <a:endParaRPr lang="ru-RU" sz="2400" dirty="0">
              <a:solidFill>
                <a:srgbClr val="0F111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</a:rPr>
              <a:t> Интеграция и развертывание: REST API, </a:t>
            </a:r>
            <a:r>
              <a:rPr lang="ru-RU" sz="2400" dirty="0" err="1">
                <a:solidFill>
                  <a:srgbClr val="0F1115"/>
                </a:solidFill>
              </a:rPr>
              <a:t>Apache</a:t>
            </a:r>
            <a:r>
              <a:rPr lang="ru-RU" sz="2400" dirty="0">
                <a:solidFill>
                  <a:srgbClr val="0F1115"/>
                </a:solidFill>
              </a:rPr>
              <a:t> </a:t>
            </a:r>
            <a:r>
              <a:rPr lang="ru-RU" sz="2400" dirty="0" err="1">
                <a:solidFill>
                  <a:srgbClr val="0F1115"/>
                </a:solidFill>
              </a:rPr>
              <a:t>Airflow</a:t>
            </a:r>
            <a:r>
              <a:rPr lang="ru-RU" sz="2400" dirty="0">
                <a:solidFill>
                  <a:srgbClr val="0F1115"/>
                </a:solidFill>
              </a:rPr>
              <a:t> для ETL-процессов, </a:t>
            </a:r>
            <a:r>
              <a:rPr lang="ru-RU" sz="2400" dirty="0" err="1">
                <a:solidFill>
                  <a:srgbClr val="0F1115"/>
                </a:solidFill>
              </a:rPr>
              <a:t>Docker</a:t>
            </a:r>
            <a:r>
              <a:rPr lang="ru-RU" sz="2400" dirty="0">
                <a:solidFill>
                  <a:srgbClr val="0F1115"/>
                </a:solidFill>
              </a:rPr>
              <a:t> для контейнеризации.</a:t>
            </a:r>
            <a:endParaRPr lang="ru-RU" sz="2400" i="0" dirty="0">
              <a:solidFill>
                <a:srgbClr val="0F1115"/>
              </a:solidFill>
              <a:effectLst/>
            </a:endParaRPr>
          </a:p>
        </p:txBody>
      </p:sp>
      <p:pic>
        <p:nvPicPr>
          <p:cNvPr id="2050" name="Picture 2" descr="Logging in Python: A Developer's Guide | Product Blog • Sentry">
            <a:extLst>
              <a:ext uri="{FF2B5EF4-FFF2-40B4-BE49-F238E27FC236}">
                <a16:creationId xmlns:a16="http://schemas.microsoft.com/office/drawing/2014/main" id="{B13AD4C7-86F6-404B-8075-54F914ED7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038" y="1760055"/>
            <a:ext cx="1950764" cy="195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4BBF544-C127-4220-87C5-CF180A022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799" y="3604045"/>
            <a:ext cx="1475616" cy="134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pache/airflow - Docker Image">
            <a:extLst>
              <a:ext uri="{FF2B5EF4-FFF2-40B4-BE49-F238E27FC236}">
                <a16:creationId xmlns:a16="http://schemas.microsoft.com/office/drawing/2014/main" id="{9960C656-9402-4E78-9370-E2F1C9769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880" y="5145184"/>
            <a:ext cx="1068338" cy="106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ocker: Getting started">
            <a:extLst>
              <a:ext uri="{FF2B5EF4-FFF2-40B4-BE49-F238E27FC236}">
                <a16:creationId xmlns:a16="http://schemas.microsoft.com/office/drawing/2014/main" id="{C50419DC-D0FA-454C-B928-A3963B0B1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402" y="4935574"/>
            <a:ext cx="2833443" cy="1487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89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E226BE-C6AE-45AA-A385-720ADCF44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167851" cy="565900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Диаграмма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 DFD</a:t>
            </a:r>
            <a:endParaRPr lang="ru-RU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6BCCFB-A6D8-4924-9CBB-9E1A6CCEEBB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70" y="1592166"/>
            <a:ext cx="11237488" cy="4006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2859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B1114-2E3C-4ABF-89D4-C103C038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48" y="0"/>
            <a:ext cx="10117975" cy="1056351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Диаграмма последовательности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4CAE93-3EB9-426D-8166-ECF2352D7C9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176" y="1056351"/>
            <a:ext cx="10115647" cy="51728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78410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B1114-2E3C-4ABF-89D4-C103C038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012" y="138023"/>
            <a:ext cx="10117975" cy="1056351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Диаграмма последовательности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1ACDEF-8BB4-4524-8F2F-B5CF9E272D0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04" y="1266350"/>
            <a:ext cx="10542792" cy="46082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45073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043EB-560B-44F4-8826-DC4A8C92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4355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Интерфейс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2E76FAC-1153-47E1-9B72-904523E55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0" y="943558"/>
            <a:ext cx="9973460" cy="561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85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043EB-560B-44F4-8826-DC4A8C92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4355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Интерфейс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2AE8CE-39A2-48DC-8B51-CCC2D3BE3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01" y="943558"/>
            <a:ext cx="9183998" cy="563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263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043EB-560B-44F4-8826-DC4A8C92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4355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Интерфейс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2629AA-539F-48B9-9084-1DDB65BDE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48" y="1136505"/>
            <a:ext cx="10625303" cy="50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66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043EB-560B-44F4-8826-DC4A8C92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4355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Интерфейс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315741-0190-480E-B7EF-677880A96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611" y="943558"/>
            <a:ext cx="9160778" cy="561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829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043EB-560B-44F4-8826-DC4A8C92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4355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Интерфейс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2D1AE8-FD91-4082-A87B-DABA6CCD3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12" y="1082358"/>
            <a:ext cx="11143376" cy="529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07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A4DF2C-A67D-4AEA-B504-621F51BCF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795"/>
            <a:ext cx="10515600" cy="983411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Состояние работы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4282C4B-5994-452F-8133-8CEDF9999E33}"/>
              </a:ext>
            </a:extLst>
          </p:cNvPr>
          <p:cNvSpPr/>
          <p:nvPr/>
        </p:nvSpPr>
        <p:spPr>
          <a:xfrm>
            <a:off x="1622845" y="1180953"/>
            <a:ext cx="894631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На текущем этапе выполнено:</a:t>
            </a:r>
            <a:endParaRPr lang="ru-RU" sz="2400" dirty="0">
              <a:solidFill>
                <a:schemeClr val="accent2">
                  <a:lumMod val="5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Проведен анализ предметной области;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Разработан комплект моделей: IDEF0, IDEF3, DFD;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Разработаны диаграммы процессов (UML);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Спроектирована архитектура системы;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Определен технологический стек для практической реализации;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Разработан прототип интерфейса.</a:t>
            </a:r>
          </a:p>
          <a:p>
            <a:endParaRPr lang="ru-RU" sz="2400" dirty="0"/>
          </a:p>
          <a:p>
            <a:r>
              <a:rPr lang="ru-RU" sz="2400" b="1" dirty="0">
                <a:solidFill>
                  <a:schemeClr val="accent2">
                    <a:lumMod val="50000"/>
                  </a:schemeClr>
                </a:solidFill>
              </a:rPr>
              <a:t>Планируется к выполнению на следующем этапе:</a:t>
            </a:r>
            <a:endParaRPr lang="ru-RU" sz="2400" dirty="0">
              <a:solidFill>
                <a:schemeClr val="accent2">
                  <a:lumMod val="5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Разработка модуля базовой интеграции с источниками данных;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Детальное проектирование базы данных;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Разработка ПО.</a:t>
            </a:r>
          </a:p>
        </p:txBody>
      </p:sp>
    </p:spTree>
    <p:extLst>
      <p:ext uri="{BB962C8B-B14F-4D97-AF65-F5344CB8AC3E}">
        <p14:creationId xmlns:p14="http://schemas.microsoft.com/office/powerpoint/2010/main" val="860325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1791CC-A90A-4B74-B707-B8F03E226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305" y="215658"/>
            <a:ext cx="7521388" cy="75213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156469-71C9-4D83-B8E7-B59DF5F1F0AD}"/>
              </a:ext>
            </a:extLst>
          </p:cNvPr>
          <p:cNvSpPr txBox="1"/>
          <p:nvPr/>
        </p:nvSpPr>
        <p:spPr>
          <a:xfrm>
            <a:off x="2519655" y="1042949"/>
            <a:ext cx="715268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49020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Другая 2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917</TotalTime>
  <Words>516</Words>
  <Application>Microsoft Office PowerPoint</Application>
  <PresentationFormat>Широкоэкранный</PresentationFormat>
  <Paragraphs>85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Arial</vt:lpstr>
      <vt:lpstr>Century Gothic</vt:lpstr>
      <vt:lpstr>Office Theme</vt:lpstr>
      <vt:lpstr>Разработка информационной системы витрины качества металла</vt:lpstr>
      <vt:lpstr>Актуальность</vt:lpstr>
      <vt:lpstr>Цель и задачи</vt:lpstr>
      <vt:lpstr>Сравнение аналогов</vt:lpstr>
      <vt:lpstr>Функции системы</vt:lpstr>
      <vt:lpstr>Разбиение функций по ролям</vt:lpstr>
      <vt:lpstr>Технологии реализации</vt:lpstr>
      <vt:lpstr>Диаграмма DFD</vt:lpstr>
      <vt:lpstr>Диаграмма последовательности</vt:lpstr>
      <vt:lpstr>Диаграмма последовательности</vt:lpstr>
      <vt:lpstr>Интерфейс</vt:lpstr>
      <vt:lpstr>Интерфейс</vt:lpstr>
      <vt:lpstr>Интерфейс</vt:lpstr>
      <vt:lpstr>Интерфейс</vt:lpstr>
      <vt:lpstr>Интерфейс</vt:lpstr>
      <vt:lpstr>Состояние работы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Alina</dc:creator>
  <cp:lastModifiedBy>Анна Парамонова</cp:lastModifiedBy>
  <cp:revision>91</cp:revision>
  <dcterms:created xsi:type="dcterms:W3CDTF">2024-12-22T16:13:52Z</dcterms:created>
  <dcterms:modified xsi:type="dcterms:W3CDTF">2025-12-24T17:40:52Z</dcterms:modified>
</cp:coreProperties>
</file>